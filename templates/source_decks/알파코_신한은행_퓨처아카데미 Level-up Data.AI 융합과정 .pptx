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394" r:id="rId2"/>
    <p:sldId id="403" r:id="rId3"/>
    <p:sldId id="397" r:id="rId4"/>
    <p:sldId id="396" r:id="rId5"/>
    <p:sldId id="398" r:id="rId6"/>
    <p:sldId id="399" r:id="rId7"/>
    <p:sldId id="400" r:id="rId8"/>
    <p:sldId id="401" r:id="rId9"/>
    <p:sldId id="402" r:id="rId10"/>
    <p:sldId id="404" r:id="rId11"/>
    <p:sldId id="405" r:id="rId12"/>
    <p:sldId id="406" r:id="rId13"/>
    <p:sldId id="407" r:id="rId14"/>
  </p:sldIdLst>
  <p:sldSz cx="12192000" cy="6858000"/>
  <p:notesSz cx="6807200" cy="9939338"/>
  <p:embeddedFontLst>
    <p:embeddedFont>
      <p:font typeface="맑은 고딕" panose="020B0503020000020004" pitchFamily="50" charset="-127"/>
      <p:regular r:id="rId16"/>
      <p:bold r:id="rId17"/>
    </p:embeddedFont>
    <p:embeddedFont>
      <p:font typeface="에스코어 드림 3 Light" panose="020B0303030302020204" pitchFamily="34" charset="-127"/>
      <p:regular r:id="rId18"/>
    </p:embeddedFont>
    <p:embeddedFont>
      <p:font typeface="에스코어 드림 4 Regular" panose="020B0503030302020204" pitchFamily="34" charset="-127"/>
      <p:regular r:id="rId19"/>
    </p:embeddedFont>
    <p:embeddedFont>
      <p:font typeface="에스코어 드림 5 Medium" panose="020B0503030302020204" pitchFamily="34" charset="-127"/>
      <p:regular r:id="rId20"/>
    </p:embeddedFont>
    <p:embeddedFont>
      <p:font typeface="에스코어 드림 6 Bold" panose="020B0703030302020204" pitchFamily="34" charset="-127"/>
      <p:bold r:id="rId21"/>
    </p:embeddedFont>
    <p:embeddedFont>
      <p:font typeface="에스코어 드림 8 Heavy" panose="020B0903030302020204" pitchFamily="34" charset="-127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749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97BD"/>
    <a:srgbClr val="4B80C2"/>
    <a:srgbClr val="4EABC8"/>
    <a:srgbClr val="F9F9F9"/>
    <a:srgbClr val="0096AA"/>
    <a:srgbClr val="003A8C"/>
    <a:srgbClr val="1C4792"/>
    <a:srgbClr val="EFF0F1"/>
    <a:srgbClr val="DAEEEB"/>
    <a:srgbClr val="BC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96196" autoAdjust="0"/>
  </p:normalViewPr>
  <p:slideViewPr>
    <p:cSldViewPr snapToGrid="0" showGuides="1">
      <p:cViewPr varScale="1">
        <p:scale>
          <a:sx n="67" d="100"/>
          <a:sy n="67" d="100"/>
        </p:scale>
        <p:origin x="828" y="66"/>
      </p:cViewPr>
      <p:guideLst>
        <p:guide orient="horz" pos="2115"/>
        <p:guide pos="3749"/>
        <p:guide orient="horz" pos="4042"/>
        <p:guide pos="483"/>
        <p:guide orient="horz" pos="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BA030-3241-485C-B87F-F2B025C6008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54C1B-32F2-4DF5-9AAD-C40874D5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14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gradFill>
          <a:gsLst>
            <a:gs pos="0">
              <a:srgbClr val="0096AA"/>
            </a:gs>
            <a:gs pos="64000">
              <a:srgbClr val="005394"/>
            </a:gs>
            <a:gs pos="100000">
              <a:srgbClr val="003A8C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951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06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rgbClr val="EF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50D7690D-5668-E414-A319-3868104165C9}"/>
              </a:ext>
            </a:extLst>
          </p:cNvPr>
          <p:cNvSpPr/>
          <p:nvPr userDrawn="1"/>
        </p:nvSpPr>
        <p:spPr>
          <a:xfrm>
            <a:off x="240144" y="147637"/>
            <a:ext cx="11711709" cy="720436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096AA"/>
              </a:gs>
              <a:gs pos="100000">
                <a:srgbClr val="003A8C"/>
              </a:gs>
            </a:gsLst>
            <a:lin ang="3600000" scaled="0"/>
          </a:gradFill>
          <a:ln>
            <a:noFill/>
          </a:ln>
          <a:effectLst>
            <a:outerShdw blurRad="165100" dist="38100" dir="5400000" algn="t" rotWithShape="0">
              <a:srgbClr val="3B85F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ko-KR" altLang="en-US" sz="20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F34C053-D7A9-B5A0-E2B3-14C4139AF942}"/>
              </a:ext>
            </a:extLst>
          </p:cNvPr>
          <p:cNvSpPr/>
          <p:nvPr userDrawn="1"/>
        </p:nvSpPr>
        <p:spPr>
          <a:xfrm>
            <a:off x="240144" y="843062"/>
            <a:ext cx="11711709" cy="57863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8" name="그림 7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47600D14-DDF3-25F8-C244-9EED5B08FE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698" y="327106"/>
            <a:ext cx="926734" cy="336486"/>
          </a:xfrm>
          <a:prstGeom prst="rect">
            <a:avLst/>
          </a:prstGeom>
        </p:spPr>
      </p:pic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B7D1C5CB-AEB3-1C68-E6BA-1350659BF1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292" y="1057149"/>
            <a:ext cx="3222108" cy="10510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1C4792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defRPr>
            </a:lvl1pPr>
          </a:lstStyle>
          <a:p>
            <a:pPr lvl="0"/>
            <a:r>
              <a:rPr lang="en-US" altLang="ko-KR"/>
              <a:t>Sample</a:t>
            </a:r>
          </a:p>
        </p:txBody>
      </p:sp>
      <p:grpSp>
        <p:nvGrpSpPr>
          <p:cNvPr id="30" name="Google Shape;348;p38">
            <a:extLst>
              <a:ext uri="{FF2B5EF4-FFF2-40B4-BE49-F238E27FC236}">
                <a16:creationId xmlns:a16="http://schemas.microsoft.com/office/drawing/2014/main" id="{DD9A6A1D-1EA0-375D-9B33-6AA9B22A175F}"/>
              </a:ext>
            </a:extLst>
          </p:cNvPr>
          <p:cNvGrpSpPr/>
          <p:nvPr userDrawn="1"/>
        </p:nvGrpSpPr>
        <p:grpSpPr>
          <a:xfrm>
            <a:off x="8030252" y="293232"/>
            <a:ext cx="152850" cy="152850"/>
            <a:chOff x="2542175" y="321800"/>
            <a:chExt cx="334500" cy="334500"/>
          </a:xfrm>
        </p:grpSpPr>
        <p:cxnSp>
          <p:nvCxnSpPr>
            <p:cNvPr id="31" name="Google Shape;349;p38">
              <a:extLst>
                <a:ext uri="{FF2B5EF4-FFF2-40B4-BE49-F238E27FC236}">
                  <a16:creationId xmlns:a16="http://schemas.microsoft.com/office/drawing/2014/main" id="{05930A6C-3072-6E2C-6377-8E8A8D8ADF8D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50;p38">
              <a:extLst>
                <a:ext uri="{FF2B5EF4-FFF2-40B4-BE49-F238E27FC236}">
                  <a16:creationId xmlns:a16="http://schemas.microsoft.com/office/drawing/2014/main" id="{80CEC4E4-2222-8ABC-1653-E65B0A54A3A3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51;p38">
              <a:extLst>
                <a:ext uri="{FF2B5EF4-FFF2-40B4-BE49-F238E27FC236}">
                  <a16:creationId xmlns:a16="http://schemas.microsoft.com/office/drawing/2014/main" id="{66F5C209-278C-1696-6922-C72BA21A2FB4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52;p38">
              <a:extLst>
                <a:ext uri="{FF2B5EF4-FFF2-40B4-BE49-F238E27FC236}">
                  <a16:creationId xmlns:a16="http://schemas.microsoft.com/office/drawing/2014/main" id="{FD150FA4-B14E-E5E4-0165-E420ED5C8AAA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3;p38">
              <a:extLst>
                <a:ext uri="{FF2B5EF4-FFF2-40B4-BE49-F238E27FC236}">
                  <a16:creationId xmlns:a16="http://schemas.microsoft.com/office/drawing/2014/main" id="{55FCE2ED-C0A4-317B-0CE5-42A6AF4B77D7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54;p38">
              <a:extLst>
                <a:ext uri="{FF2B5EF4-FFF2-40B4-BE49-F238E27FC236}">
                  <a16:creationId xmlns:a16="http://schemas.microsoft.com/office/drawing/2014/main" id="{1AAFF3CF-3471-1158-A549-E9BC97704782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55;p38">
              <a:extLst>
                <a:ext uri="{FF2B5EF4-FFF2-40B4-BE49-F238E27FC236}">
                  <a16:creationId xmlns:a16="http://schemas.microsoft.com/office/drawing/2014/main" id="{44D7FA31-DA84-74A5-6B68-E1CD647CE211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56;p38">
              <a:extLst>
                <a:ext uri="{FF2B5EF4-FFF2-40B4-BE49-F238E27FC236}">
                  <a16:creationId xmlns:a16="http://schemas.microsoft.com/office/drawing/2014/main" id="{CEC31EDD-9D17-7B69-8585-901A2A787B35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57;p38">
              <a:extLst>
                <a:ext uri="{FF2B5EF4-FFF2-40B4-BE49-F238E27FC236}">
                  <a16:creationId xmlns:a16="http://schemas.microsoft.com/office/drawing/2014/main" id="{E760E458-AB2A-6092-0FC1-1F8711D196F0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358;p38">
              <a:extLst>
                <a:ext uri="{FF2B5EF4-FFF2-40B4-BE49-F238E27FC236}">
                  <a16:creationId xmlns:a16="http://schemas.microsoft.com/office/drawing/2014/main" id="{815F3CD9-8958-5AA9-2832-564408DC26A2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359;p38">
              <a:extLst>
                <a:ext uri="{FF2B5EF4-FFF2-40B4-BE49-F238E27FC236}">
                  <a16:creationId xmlns:a16="http://schemas.microsoft.com/office/drawing/2014/main" id="{8348F4D2-988E-5CB9-6718-69845DBBF7D7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360;p38">
              <a:extLst>
                <a:ext uri="{FF2B5EF4-FFF2-40B4-BE49-F238E27FC236}">
                  <a16:creationId xmlns:a16="http://schemas.microsoft.com/office/drawing/2014/main" id="{03271F57-D08B-5168-EC98-CDB48565025D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" name="Google Shape;361;p38">
            <a:extLst>
              <a:ext uri="{FF2B5EF4-FFF2-40B4-BE49-F238E27FC236}">
                <a16:creationId xmlns:a16="http://schemas.microsoft.com/office/drawing/2014/main" id="{4B5C4DF6-7D8C-72AF-11CB-3643B511F230}"/>
              </a:ext>
            </a:extLst>
          </p:cNvPr>
          <p:cNvGrpSpPr/>
          <p:nvPr userDrawn="1"/>
        </p:nvGrpSpPr>
        <p:grpSpPr>
          <a:xfrm>
            <a:off x="6840191" y="537509"/>
            <a:ext cx="230852" cy="166148"/>
            <a:chOff x="2055551" y="474366"/>
            <a:chExt cx="505200" cy="363600"/>
          </a:xfrm>
        </p:grpSpPr>
        <p:sp>
          <p:nvSpPr>
            <p:cNvPr id="44" name="Google Shape;362;p38">
              <a:extLst>
                <a:ext uri="{FF2B5EF4-FFF2-40B4-BE49-F238E27FC236}">
                  <a16:creationId xmlns:a16="http://schemas.microsoft.com/office/drawing/2014/main" id="{84C6E29D-6539-3526-B7AE-F1B3D717EA76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3;p38">
              <a:extLst>
                <a:ext uri="{FF2B5EF4-FFF2-40B4-BE49-F238E27FC236}">
                  <a16:creationId xmlns:a16="http://schemas.microsoft.com/office/drawing/2014/main" id="{60BC5129-A2F7-4320-D65F-6EAB3119735B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345;p38">
            <a:extLst>
              <a:ext uri="{FF2B5EF4-FFF2-40B4-BE49-F238E27FC236}">
                <a16:creationId xmlns:a16="http://schemas.microsoft.com/office/drawing/2014/main" id="{7088D8BC-A1E5-8118-64D8-169E0CDD96D4}"/>
              </a:ext>
            </a:extLst>
          </p:cNvPr>
          <p:cNvGrpSpPr/>
          <p:nvPr userDrawn="1"/>
        </p:nvGrpSpPr>
        <p:grpSpPr>
          <a:xfrm flipV="1">
            <a:off x="10416826" y="236131"/>
            <a:ext cx="381413" cy="133455"/>
            <a:chOff x="1338692" y="539400"/>
            <a:chExt cx="511800" cy="179077"/>
          </a:xfrm>
        </p:grpSpPr>
        <p:sp>
          <p:nvSpPr>
            <p:cNvPr id="47" name="Google Shape;346;p38">
              <a:extLst>
                <a:ext uri="{FF2B5EF4-FFF2-40B4-BE49-F238E27FC236}">
                  <a16:creationId xmlns:a16="http://schemas.microsoft.com/office/drawing/2014/main" id="{2BEFDEAD-BD8D-A559-1053-CF7817BECEFC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47;p38">
              <a:extLst>
                <a:ext uri="{FF2B5EF4-FFF2-40B4-BE49-F238E27FC236}">
                  <a16:creationId xmlns:a16="http://schemas.microsoft.com/office/drawing/2014/main" id="{8ACB6E90-6277-A3B0-7C86-EECA162E6BF8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345;p38">
            <a:extLst>
              <a:ext uri="{FF2B5EF4-FFF2-40B4-BE49-F238E27FC236}">
                <a16:creationId xmlns:a16="http://schemas.microsoft.com/office/drawing/2014/main" id="{A297F560-BD5B-C7AC-B04D-A7D9F1AA37D0}"/>
              </a:ext>
            </a:extLst>
          </p:cNvPr>
          <p:cNvGrpSpPr/>
          <p:nvPr userDrawn="1"/>
        </p:nvGrpSpPr>
        <p:grpSpPr>
          <a:xfrm>
            <a:off x="486292" y="267986"/>
            <a:ext cx="233868" cy="81830"/>
            <a:chOff x="1338692" y="539400"/>
            <a:chExt cx="511800" cy="179077"/>
          </a:xfrm>
        </p:grpSpPr>
        <p:sp>
          <p:nvSpPr>
            <p:cNvPr id="50" name="Google Shape;346;p38">
              <a:extLst>
                <a:ext uri="{FF2B5EF4-FFF2-40B4-BE49-F238E27FC236}">
                  <a16:creationId xmlns:a16="http://schemas.microsoft.com/office/drawing/2014/main" id="{1843397A-B20B-1392-800A-1C80A67E7BCA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47;p38">
              <a:extLst>
                <a:ext uri="{FF2B5EF4-FFF2-40B4-BE49-F238E27FC236}">
                  <a16:creationId xmlns:a16="http://schemas.microsoft.com/office/drawing/2014/main" id="{3FB0A99C-BDDD-4904-B7DA-3B981CF4D827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345;p38">
            <a:extLst>
              <a:ext uri="{FF2B5EF4-FFF2-40B4-BE49-F238E27FC236}">
                <a16:creationId xmlns:a16="http://schemas.microsoft.com/office/drawing/2014/main" id="{72309E75-23F7-A9B3-8E2D-A45E6B95DA28}"/>
              </a:ext>
            </a:extLst>
          </p:cNvPr>
          <p:cNvGrpSpPr/>
          <p:nvPr userDrawn="1"/>
        </p:nvGrpSpPr>
        <p:grpSpPr>
          <a:xfrm>
            <a:off x="2445150" y="6178941"/>
            <a:ext cx="511800" cy="179077"/>
            <a:chOff x="1338692" y="539400"/>
            <a:chExt cx="511800" cy="179077"/>
          </a:xfrm>
        </p:grpSpPr>
        <p:sp>
          <p:nvSpPr>
            <p:cNvPr id="53" name="Google Shape;346;p38">
              <a:extLst>
                <a:ext uri="{FF2B5EF4-FFF2-40B4-BE49-F238E27FC236}">
                  <a16:creationId xmlns:a16="http://schemas.microsoft.com/office/drawing/2014/main" id="{266E79A7-99A6-5830-0630-5EBC05DEAE58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47;p38">
              <a:extLst>
                <a:ext uri="{FF2B5EF4-FFF2-40B4-BE49-F238E27FC236}">
                  <a16:creationId xmlns:a16="http://schemas.microsoft.com/office/drawing/2014/main" id="{C2B9E0FC-FDCF-FCDA-A0D0-583BFFB0F71D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348;p38">
            <a:extLst>
              <a:ext uri="{FF2B5EF4-FFF2-40B4-BE49-F238E27FC236}">
                <a16:creationId xmlns:a16="http://schemas.microsoft.com/office/drawing/2014/main" id="{3EF8EF3D-AFB6-CE34-095C-79C52CF84D8D}"/>
              </a:ext>
            </a:extLst>
          </p:cNvPr>
          <p:cNvGrpSpPr/>
          <p:nvPr userDrawn="1"/>
        </p:nvGrpSpPr>
        <p:grpSpPr>
          <a:xfrm>
            <a:off x="1213509" y="3714515"/>
            <a:ext cx="334500" cy="334500"/>
            <a:chOff x="2542175" y="321800"/>
            <a:chExt cx="334500" cy="334500"/>
          </a:xfrm>
        </p:grpSpPr>
        <p:cxnSp>
          <p:nvCxnSpPr>
            <p:cNvPr id="56" name="Google Shape;349;p38">
              <a:extLst>
                <a:ext uri="{FF2B5EF4-FFF2-40B4-BE49-F238E27FC236}">
                  <a16:creationId xmlns:a16="http://schemas.microsoft.com/office/drawing/2014/main" id="{0AA00ACB-E55B-FDF0-E509-5B0B76B6C016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350;p38">
              <a:extLst>
                <a:ext uri="{FF2B5EF4-FFF2-40B4-BE49-F238E27FC236}">
                  <a16:creationId xmlns:a16="http://schemas.microsoft.com/office/drawing/2014/main" id="{337FE3A0-3D68-3D9F-1D83-E0B0689AB84D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351;p38">
              <a:extLst>
                <a:ext uri="{FF2B5EF4-FFF2-40B4-BE49-F238E27FC236}">
                  <a16:creationId xmlns:a16="http://schemas.microsoft.com/office/drawing/2014/main" id="{BA3FA933-2E7D-F34E-D6F7-A37D1CEDEB80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352;p38">
              <a:extLst>
                <a:ext uri="{FF2B5EF4-FFF2-40B4-BE49-F238E27FC236}">
                  <a16:creationId xmlns:a16="http://schemas.microsoft.com/office/drawing/2014/main" id="{29737DA4-0BDF-2212-CE23-EE1DBDD613D1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353;p38">
              <a:extLst>
                <a:ext uri="{FF2B5EF4-FFF2-40B4-BE49-F238E27FC236}">
                  <a16:creationId xmlns:a16="http://schemas.microsoft.com/office/drawing/2014/main" id="{3B1B517E-DEE7-16FF-A054-E6E84E67983D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354;p38">
              <a:extLst>
                <a:ext uri="{FF2B5EF4-FFF2-40B4-BE49-F238E27FC236}">
                  <a16:creationId xmlns:a16="http://schemas.microsoft.com/office/drawing/2014/main" id="{24949EDF-ECA1-BFBB-4CA0-995CF627056E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355;p38">
              <a:extLst>
                <a:ext uri="{FF2B5EF4-FFF2-40B4-BE49-F238E27FC236}">
                  <a16:creationId xmlns:a16="http://schemas.microsoft.com/office/drawing/2014/main" id="{1F866C3A-3775-40C7-A50E-6217A129E02C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356;p38">
              <a:extLst>
                <a:ext uri="{FF2B5EF4-FFF2-40B4-BE49-F238E27FC236}">
                  <a16:creationId xmlns:a16="http://schemas.microsoft.com/office/drawing/2014/main" id="{E5149648-44B1-698E-EC64-EFDC6EB9CE5D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357;p38">
              <a:extLst>
                <a:ext uri="{FF2B5EF4-FFF2-40B4-BE49-F238E27FC236}">
                  <a16:creationId xmlns:a16="http://schemas.microsoft.com/office/drawing/2014/main" id="{8BD8375D-0BF4-AE24-ED26-625FCEE30AF4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358;p38">
              <a:extLst>
                <a:ext uri="{FF2B5EF4-FFF2-40B4-BE49-F238E27FC236}">
                  <a16:creationId xmlns:a16="http://schemas.microsoft.com/office/drawing/2014/main" id="{98D515B5-117B-75B5-9291-F22CD89460EE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359;p38">
              <a:extLst>
                <a:ext uri="{FF2B5EF4-FFF2-40B4-BE49-F238E27FC236}">
                  <a16:creationId xmlns:a16="http://schemas.microsoft.com/office/drawing/2014/main" id="{7C19A52A-005C-F32A-DAA5-81DCFFBDE107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360;p38">
              <a:extLst>
                <a:ext uri="{FF2B5EF4-FFF2-40B4-BE49-F238E27FC236}">
                  <a16:creationId xmlns:a16="http://schemas.microsoft.com/office/drawing/2014/main" id="{E4000A76-627E-276A-BAFC-E999BB714B76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" name="Google Shape;361;p38">
            <a:extLst>
              <a:ext uri="{FF2B5EF4-FFF2-40B4-BE49-F238E27FC236}">
                <a16:creationId xmlns:a16="http://schemas.microsoft.com/office/drawing/2014/main" id="{35B5C7AC-3AA5-F127-7F2F-F0C2D89EBCA7}"/>
              </a:ext>
            </a:extLst>
          </p:cNvPr>
          <p:cNvGrpSpPr/>
          <p:nvPr userDrawn="1"/>
        </p:nvGrpSpPr>
        <p:grpSpPr>
          <a:xfrm>
            <a:off x="11200508" y="1047542"/>
            <a:ext cx="505200" cy="363600"/>
            <a:chOff x="2055551" y="474366"/>
            <a:chExt cx="505200" cy="363600"/>
          </a:xfrm>
        </p:grpSpPr>
        <p:sp>
          <p:nvSpPr>
            <p:cNvPr id="69" name="Google Shape;362;p38">
              <a:extLst>
                <a:ext uri="{FF2B5EF4-FFF2-40B4-BE49-F238E27FC236}">
                  <a16:creationId xmlns:a16="http://schemas.microsoft.com/office/drawing/2014/main" id="{40BBEA92-6C9F-876C-492A-5CAF47BE420B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63;p38">
              <a:extLst>
                <a:ext uri="{FF2B5EF4-FFF2-40B4-BE49-F238E27FC236}">
                  <a16:creationId xmlns:a16="http://schemas.microsoft.com/office/drawing/2014/main" id="{683FF845-DF69-6664-7BD6-4DFDFA237E50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345;p38">
            <a:extLst>
              <a:ext uri="{FF2B5EF4-FFF2-40B4-BE49-F238E27FC236}">
                <a16:creationId xmlns:a16="http://schemas.microsoft.com/office/drawing/2014/main" id="{97DAF879-25EB-C076-EE89-5EFED3432DB7}"/>
              </a:ext>
            </a:extLst>
          </p:cNvPr>
          <p:cNvGrpSpPr/>
          <p:nvPr userDrawn="1"/>
        </p:nvGrpSpPr>
        <p:grpSpPr>
          <a:xfrm>
            <a:off x="464260" y="3125157"/>
            <a:ext cx="511800" cy="179077"/>
            <a:chOff x="1338692" y="539400"/>
            <a:chExt cx="511800" cy="179077"/>
          </a:xfrm>
        </p:grpSpPr>
        <p:sp>
          <p:nvSpPr>
            <p:cNvPr id="84" name="Google Shape;346;p38">
              <a:extLst>
                <a:ext uri="{FF2B5EF4-FFF2-40B4-BE49-F238E27FC236}">
                  <a16:creationId xmlns:a16="http://schemas.microsoft.com/office/drawing/2014/main" id="{6502B6FE-27D1-F24D-416F-20ECE73B5805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47;p38">
              <a:extLst>
                <a:ext uri="{FF2B5EF4-FFF2-40B4-BE49-F238E27FC236}">
                  <a16:creationId xmlns:a16="http://schemas.microsoft.com/office/drawing/2014/main" id="{E66F2778-7009-9036-790E-1A4742ADE5EF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361;p38">
            <a:extLst>
              <a:ext uri="{FF2B5EF4-FFF2-40B4-BE49-F238E27FC236}">
                <a16:creationId xmlns:a16="http://schemas.microsoft.com/office/drawing/2014/main" id="{4E972E99-1296-CE54-9380-0FE7215C1102}"/>
              </a:ext>
            </a:extLst>
          </p:cNvPr>
          <p:cNvGrpSpPr/>
          <p:nvPr userDrawn="1"/>
        </p:nvGrpSpPr>
        <p:grpSpPr>
          <a:xfrm>
            <a:off x="1128159" y="4568001"/>
            <a:ext cx="505200" cy="363600"/>
            <a:chOff x="2055551" y="474366"/>
            <a:chExt cx="505200" cy="363600"/>
          </a:xfrm>
        </p:grpSpPr>
        <p:sp>
          <p:nvSpPr>
            <p:cNvPr id="96" name="Google Shape;362;p38">
              <a:extLst>
                <a:ext uri="{FF2B5EF4-FFF2-40B4-BE49-F238E27FC236}">
                  <a16:creationId xmlns:a16="http://schemas.microsoft.com/office/drawing/2014/main" id="{38AFE5D7-4F50-EE77-0DDA-4977CBEBC405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63;p38">
              <a:extLst>
                <a:ext uri="{FF2B5EF4-FFF2-40B4-BE49-F238E27FC236}">
                  <a16:creationId xmlns:a16="http://schemas.microsoft.com/office/drawing/2014/main" id="{2C4E99BA-D4DA-DAF0-8253-1FE52252ABB9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348;p38">
            <a:extLst>
              <a:ext uri="{FF2B5EF4-FFF2-40B4-BE49-F238E27FC236}">
                <a16:creationId xmlns:a16="http://schemas.microsoft.com/office/drawing/2014/main" id="{687A891F-B0A9-7FB0-13C3-7912E3308690}"/>
              </a:ext>
            </a:extLst>
          </p:cNvPr>
          <p:cNvGrpSpPr/>
          <p:nvPr userDrawn="1"/>
        </p:nvGrpSpPr>
        <p:grpSpPr>
          <a:xfrm>
            <a:off x="641560" y="5633601"/>
            <a:ext cx="334500" cy="334500"/>
            <a:chOff x="2542175" y="321800"/>
            <a:chExt cx="334500" cy="334500"/>
          </a:xfrm>
        </p:grpSpPr>
        <p:cxnSp>
          <p:nvCxnSpPr>
            <p:cNvPr id="112" name="Google Shape;349;p38">
              <a:extLst>
                <a:ext uri="{FF2B5EF4-FFF2-40B4-BE49-F238E27FC236}">
                  <a16:creationId xmlns:a16="http://schemas.microsoft.com/office/drawing/2014/main" id="{9DCD4193-EC68-D454-F262-2021CB7A5386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350;p38">
              <a:extLst>
                <a:ext uri="{FF2B5EF4-FFF2-40B4-BE49-F238E27FC236}">
                  <a16:creationId xmlns:a16="http://schemas.microsoft.com/office/drawing/2014/main" id="{40665C7A-2A28-F9BD-E05A-F2F126E721DF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351;p38">
              <a:extLst>
                <a:ext uri="{FF2B5EF4-FFF2-40B4-BE49-F238E27FC236}">
                  <a16:creationId xmlns:a16="http://schemas.microsoft.com/office/drawing/2014/main" id="{A3781045-57A4-16EA-6F9E-FBAA0065DC58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352;p38">
              <a:extLst>
                <a:ext uri="{FF2B5EF4-FFF2-40B4-BE49-F238E27FC236}">
                  <a16:creationId xmlns:a16="http://schemas.microsoft.com/office/drawing/2014/main" id="{6B6ED279-86CB-3F22-705F-1F53CA04CD00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353;p38">
              <a:extLst>
                <a:ext uri="{FF2B5EF4-FFF2-40B4-BE49-F238E27FC236}">
                  <a16:creationId xmlns:a16="http://schemas.microsoft.com/office/drawing/2014/main" id="{D653CD4B-D0C4-24B0-8FF0-9D34C417C435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354;p38">
              <a:extLst>
                <a:ext uri="{FF2B5EF4-FFF2-40B4-BE49-F238E27FC236}">
                  <a16:creationId xmlns:a16="http://schemas.microsoft.com/office/drawing/2014/main" id="{5A277555-77D3-DA67-4D7F-5BEADB23A3E3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355;p38">
              <a:extLst>
                <a:ext uri="{FF2B5EF4-FFF2-40B4-BE49-F238E27FC236}">
                  <a16:creationId xmlns:a16="http://schemas.microsoft.com/office/drawing/2014/main" id="{86106D10-0330-D01B-C3A0-8B5605F1637A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356;p38">
              <a:extLst>
                <a:ext uri="{FF2B5EF4-FFF2-40B4-BE49-F238E27FC236}">
                  <a16:creationId xmlns:a16="http://schemas.microsoft.com/office/drawing/2014/main" id="{9A15253A-9CFE-6D77-08BC-80CF3740CA52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357;p38">
              <a:extLst>
                <a:ext uri="{FF2B5EF4-FFF2-40B4-BE49-F238E27FC236}">
                  <a16:creationId xmlns:a16="http://schemas.microsoft.com/office/drawing/2014/main" id="{0E1D7D71-2A68-7D26-F0C7-098C526CB991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358;p38">
              <a:extLst>
                <a:ext uri="{FF2B5EF4-FFF2-40B4-BE49-F238E27FC236}">
                  <a16:creationId xmlns:a16="http://schemas.microsoft.com/office/drawing/2014/main" id="{47D6AD66-E924-9024-2A00-FD749397C77B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359;p38">
              <a:extLst>
                <a:ext uri="{FF2B5EF4-FFF2-40B4-BE49-F238E27FC236}">
                  <a16:creationId xmlns:a16="http://schemas.microsoft.com/office/drawing/2014/main" id="{D600EC76-67FD-4FE1-1323-605DDE969388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360;p38">
              <a:extLst>
                <a:ext uri="{FF2B5EF4-FFF2-40B4-BE49-F238E27FC236}">
                  <a16:creationId xmlns:a16="http://schemas.microsoft.com/office/drawing/2014/main" id="{39B59457-5B06-4AA9-F78A-1EA0060A988B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rgbClr val="1C4792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15693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 슬라이드">
    <p:bg>
      <p:bgPr>
        <a:solidFill>
          <a:srgbClr val="EF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B56CA082-D975-E7E3-2D80-88E855D73F2B}"/>
              </a:ext>
            </a:extLst>
          </p:cNvPr>
          <p:cNvSpPr/>
          <p:nvPr userDrawn="1"/>
        </p:nvSpPr>
        <p:spPr>
          <a:xfrm>
            <a:off x="240144" y="147637"/>
            <a:ext cx="11711709" cy="720436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096AA"/>
              </a:gs>
              <a:gs pos="100000">
                <a:srgbClr val="003A8C"/>
              </a:gs>
            </a:gsLst>
            <a:lin ang="3600000" scaled="0"/>
          </a:gradFill>
          <a:ln>
            <a:noFill/>
          </a:ln>
          <a:effectLst>
            <a:outerShdw blurRad="165100" dist="38100" dir="5400000" algn="t" rotWithShape="0">
              <a:srgbClr val="3B85F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ko-KR" altLang="en-US" sz="20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" name="모서리가 둥근 직사각형 6">
            <a:extLst>
              <a:ext uri="{FF2B5EF4-FFF2-40B4-BE49-F238E27FC236}">
                <a16:creationId xmlns:a16="http://schemas.microsoft.com/office/drawing/2014/main" id="{0DCF371E-3466-7BFB-3027-99F0B9B34293}"/>
              </a:ext>
            </a:extLst>
          </p:cNvPr>
          <p:cNvSpPr/>
          <p:nvPr userDrawn="1"/>
        </p:nvSpPr>
        <p:spPr>
          <a:xfrm>
            <a:off x="240144" y="843062"/>
            <a:ext cx="11711709" cy="57863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D8A2D44-E762-B5A5-BBDA-D5342E78C9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698" y="327106"/>
            <a:ext cx="926734" cy="336486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E389B5D-84F3-8F3C-2900-6C93BBC4E0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092" y="327106"/>
            <a:ext cx="5919587" cy="422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en-US" altLang="ko-KR"/>
              <a:t>Sample</a:t>
            </a:r>
          </a:p>
        </p:txBody>
      </p:sp>
      <p:grpSp>
        <p:nvGrpSpPr>
          <p:cNvPr id="32" name="Google Shape;348;p38">
            <a:extLst>
              <a:ext uri="{FF2B5EF4-FFF2-40B4-BE49-F238E27FC236}">
                <a16:creationId xmlns:a16="http://schemas.microsoft.com/office/drawing/2014/main" id="{74658204-A7DE-10C5-D559-38B71D99702B}"/>
              </a:ext>
            </a:extLst>
          </p:cNvPr>
          <p:cNvGrpSpPr/>
          <p:nvPr userDrawn="1"/>
        </p:nvGrpSpPr>
        <p:grpSpPr>
          <a:xfrm>
            <a:off x="8030252" y="293232"/>
            <a:ext cx="152850" cy="152850"/>
            <a:chOff x="2542175" y="321800"/>
            <a:chExt cx="334500" cy="334500"/>
          </a:xfrm>
        </p:grpSpPr>
        <p:cxnSp>
          <p:nvCxnSpPr>
            <p:cNvPr id="33" name="Google Shape;349;p38">
              <a:extLst>
                <a:ext uri="{FF2B5EF4-FFF2-40B4-BE49-F238E27FC236}">
                  <a16:creationId xmlns:a16="http://schemas.microsoft.com/office/drawing/2014/main" id="{70350DAC-0674-135C-BD72-B46B9AEBA203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50;p38">
              <a:extLst>
                <a:ext uri="{FF2B5EF4-FFF2-40B4-BE49-F238E27FC236}">
                  <a16:creationId xmlns:a16="http://schemas.microsoft.com/office/drawing/2014/main" id="{8186BB86-06ED-7249-9CD8-3A49FDA38442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1;p38">
              <a:extLst>
                <a:ext uri="{FF2B5EF4-FFF2-40B4-BE49-F238E27FC236}">
                  <a16:creationId xmlns:a16="http://schemas.microsoft.com/office/drawing/2014/main" id="{3CC04513-6B0F-7E9E-A0E1-3979EDC8D923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52;p38">
              <a:extLst>
                <a:ext uri="{FF2B5EF4-FFF2-40B4-BE49-F238E27FC236}">
                  <a16:creationId xmlns:a16="http://schemas.microsoft.com/office/drawing/2014/main" id="{E87A2CEF-1533-53AD-2660-3D6F48DF5A07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53;p38">
              <a:extLst>
                <a:ext uri="{FF2B5EF4-FFF2-40B4-BE49-F238E27FC236}">
                  <a16:creationId xmlns:a16="http://schemas.microsoft.com/office/drawing/2014/main" id="{8086A516-D7D7-168A-C594-82690C574A2F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54;p38">
              <a:extLst>
                <a:ext uri="{FF2B5EF4-FFF2-40B4-BE49-F238E27FC236}">
                  <a16:creationId xmlns:a16="http://schemas.microsoft.com/office/drawing/2014/main" id="{3F46771D-351F-4313-9F5D-050C2ADD7214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55;p38">
              <a:extLst>
                <a:ext uri="{FF2B5EF4-FFF2-40B4-BE49-F238E27FC236}">
                  <a16:creationId xmlns:a16="http://schemas.microsoft.com/office/drawing/2014/main" id="{0A1B2D54-79EB-219D-5A05-8E2D6462D002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356;p38">
              <a:extLst>
                <a:ext uri="{FF2B5EF4-FFF2-40B4-BE49-F238E27FC236}">
                  <a16:creationId xmlns:a16="http://schemas.microsoft.com/office/drawing/2014/main" id="{927DC0A7-8E35-E1B6-425B-D1EF8C64567F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357;p38">
              <a:extLst>
                <a:ext uri="{FF2B5EF4-FFF2-40B4-BE49-F238E27FC236}">
                  <a16:creationId xmlns:a16="http://schemas.microsoft.com/office/drawing/2014/main" id="{3EAFFFCE-BEC5-9269-7920-16C950EFD235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358;p38">
              <a:extLst>
                <a:ext uri="{FF2B5EF4-FFF2-40B4-BE49-F238E27FC236}">
                  <a16:creationId xmlns:a16="http://schemas.microsoft.com/office/drawing/2014/main" id="{D9F669CB-ED2F-D3C0-E9F6-E73612861EAA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359;p38">
              <a:extLst>
                <a:ext uri="{FF2B5EF4-FFF2-40B4-BE49-F238E27FC236}">
                  <a16:creationId xmlns:a16="http://schemas.microsoft.com/office/drawing/2014/main" id="{FE5D591A-C849-613A-CE42-81EF7A1B32A5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360;p38">
              <a:extLst>
                <a:ext uri="{FF2B5EF4-FFF2-40B4-BE49-F238E27FC236}">
                  <a16:creationId xmlns:a16="http://schemas.microsoft.com/office/drawing/2014/main" id="{52EB68E2-2252-FD78-B372-51064BA7B4EC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" name="Google Shape;361;p38">
            <a:extLst>
              <a:ext uri="{FF2B5EF4-FFF2-40B4-BE49-F238E27FC236}">
                <a16:creationId xmlns:a16="http://schemas.microsoft.com/office/drawing/2014/main" id="{800D336C-0F5C-6C5E-AF89-DBA9988E2668}"/>
              </a:ext>
            </a:extLst>
          </p:cNvPr>
          <p:cNvGrpSpPr/>
          <p:nvPr userDrawn="1"/>
        </p:nvGrpSpPr>
        <p:grpSpPr>
          <a:xfrm>
            <a:off x="6840191" y="537509"/>
            <a:ext cx="230852" cy="166148"/>
            <a:chOff x="2055551" y="474366"/>
            <a:chExt cx="505200" cy="363600"/>
          </a:xfrm>
        </p:grpSpPr>
        <p:sp>
          <p:nvSpPr>
            <p:cNvPr id="46" name="Google Shape;362;p38">
              <a:extLst>
                <a:ext uri="{FF2B5EF4-FFF2-40B4-BE49-F238E27FC236}">
                  <a16:creationId xmlns:a16="http://schemas.microsoft.com/office/drawing/2014/main" id="{198FFB4D-3496-69EA-1057-2B26D15A74A1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3;p38">
              <a:extLst>
                <a:ext uri="{FF2B5EF4-FFF2-40B4-BE49-F238E27FC236}">
                  <a16:creationId xmlns:a16="http://schemas.microsoft.com/office/drawing/2014/main" id="{FDB0B1B0-152B-CD08-294B-CE9AC8A4FE25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345;p38">
            <a:extLst>
              <a:ext uri="{FF2B5EF4-FFF2-40B4-BE49-F238E27FC236}">
                <a16:creationId xmlns:a16="http://schemas.microsoft.com/office/drawing/2014/main" id="{E8040F29-0585-D718-769B-11F40FF4763E}"/>
              </a:ext>
            </a:extLst>
          </p:cNvPr>
          <p:cNvGrpSpPr/>
          <p:nvPr userDrawn="1"/>
        </p:nvGrpSpPr>
        <p:grpSpPr>
          <a:xfrm flipV="1">
            <a:off x="10416826" y="236131"/>
            <a:ext cx="381413" cy="133455"/>
            <a:chOff x="1338692" y="539400"/>
            <a:chExt cx="511800" cy="179077"/>
          </a:xfrm>
        </p:grpSpPr>
        <p:sp>
          <p:nvSpPr>
            <p:cNvPr id="49" name="Google Shape;346;p38">
              <a:extLst>
                <a:ext uri="{FF2B5EF4-FFF2-40B4-BE49-F238E27FC236}">
                  <a16:creationId xmlns:a16="http://schemas.microsoft.com/office/drawing/2014/main" id="{815E6E1F-D988-3FA2-5BBB-119D0BA2B009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47;p38">
              <a:extLst>
                <a:ext uri="{FF2B5EF4-FFF2-40B4-BE49-F238E27FC236}">
                  <a16:creationId xmlns:a16="http://schemas.microsoft.com/office/drawing/2014/main" id="{10821B6A-8066-BDD9-12AD-CDE0C08911DD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345;p38">
            <a:extLst>
              <a:ext uri="{FF2B5EF4-FFF2-40B4-BE49-F238E27FC236}">
                <a16:creationId xmlns:a16="http://schemas.microsoft.com/office/drawing/2014/main" id="{5794A6E2-DDF0-7080-A32A-BADC0B83ECEC}"/>
              </a:ext>
            </a:extLst>
          </p:cNvPr>
          <p:cNvGrpSpPr/>
          <p:nvPr userDrawn="1"/>
        </p:nvGrpSpPr>
        <p:grpSpPr>
          <a:xfrm>
            <a:off x="486292" y="267986"/>
            <a:ext cx="233868" cy="81830"/>
            <a:chOff x="1338692" y="539400"/>
            <a:chExt cx="511800" cy="179077"/>
          </a:xfrm>
        </p:grpSpPr>
        <p:sp>
          <p:nvSpPr>
            <p:cNvPr id="55" name="Google Shape;346;p38">
              <a:extLst>
                <a:ext uri="{FF2B5EF4-FFF2-40B4-BE49-F238E27FC236}">
                  <a16:creationId xmlns:a16="http://schemas.microsoft.com/office/drawing/2014/main" id="{64CFAAE0-5F69-32C3-7D45-1878E0F463D1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47;p38">
              <a:extLst>
                <a:ext uri="{FF2B5EF4-FFF2-40B4-BE49-F238E27FC236}">
                  <a16:creationId xmlns:a16="http://schemas.microsoft.com/office/drawing/2014/main" id="{996F1C32-387F-460F-C2FF-266D42B20A5B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654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 슬라이드">
    <p:bg>
      <p:bgPr>
        <a:solidFill>
          <a:srgbClr val="EF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B56CA082-D975-E7E3-2D80-88E855D73F2B}"/>
              </a:ext>
            </a:extLst>
          </p:cNvPr>
          <p:cNvSpPr/>
          <p:nvPr userDrawn="1"/>
        </p:nvSpPr>
        <p:spPr>
          <a:xfrm>
            <a:off x="240144" y="147637"/>
            <a:ext cx="11711709" cy="720436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096AA"/>
              </a:gs>
              <a:gs pos="100000">
                <a:srgbClr val="003A8C"/>
              </a:gs>
            </a:gsLst>
            <a:lin ang="3600000" scaled="0"/>
          </a:gradFill>
          <a:ln>
            <a:noFill/>
          </a:ln>
          <a:effectLst>
            <a:outerShdw blurRad="165100" dist="38100" dir="5400000" algn="t" rotWithShape="0">
              <a:srgbClr val="3B85F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ko-KR" altLang="en-US" sz="20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" name="모서리가 둥근 직사각형 6">
            <a:extLst>
              <a:ext uri="{FF2B5EF4-FFF2-40B4-BE49-F238E27FC236}">
                <a16:creationId xmlns:a16="http://schemas.microsoft.com/office/drawing/2014/main" id="{0DCF371E-3466-7BFB-3027-99F0B9B34293}"/>
              </a:ext>
            </a:extLst>
          </p:cNvPr>
          <p:cNvSpPr/>
          <p:nvPr userDrawn="1"/>
        </p:nvSpPr>
        <p:spPr>
          <a:xfrm>
            <a:off x="240144" y="843062"/>
            <a:ext cx="11711709" cy="57863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D8A2D44-E762-B5A5-BBDA-D5342E78C9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698" y="327106"/>
            <a:ext cx="926734" cy="336486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E389B5D-84F3-8F3C-2900-6C93BBC4E0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092" y="327106"/>
            <a:ext cx="5919587" cy="422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en-US" altLang="ko-KR"/>
              <a:t>Sample</a:t>
            </a:r>
          </a:p>
        </p:txBody>
      </p:sp>
      <p:grpSp>
        <p:nvGrpSpPr>
          <p:cNvPr id="6" name="Google Shape;348;p38">
            <a:extLst>
              <a:ext uri="{FF2B5EF4-FFF2-40B4-BE49-F238E27FC236}">
                <a16:creationId xmlns:a16="http://schemas.microsoft.com/office/drawing/2014/main" id="{D8ADD54E-6798-8516-7DA9-E34F687E08A8}"/>
              </a:ext>
            </a:extLst>
          </p:cNvPr>
          <p:cNvGrpSpPr/>
          <p:nvPr userDrawn="1"/>
        </p:nvGrpSpPr>
        <p:grpSpPr>
          <a:xfrm>
            <a:off x="8030252" y="293232"/>
            <a:ext cx="152850" cy="152850"/>
            <a:chOff x="2542175" y="321800"/>
            <a:chExt cx="334500" cy="334500"/>
          </a:xfrm>
        </p:grpSpPr>
        <p:cxnSp>
          <p:nvCxnSpPr>
            <p:cNvPr id="10" name="Google Shape;349;p38">
              <a:extLst>
                <a:ext uri="{FF2B5EF4-FFF2-40B4-BE49-F238E27FC236}">
                  <a16:creationId xmlns:a16="http://schemas.microsoft.com/office/drawing/2014/main" id="{74DDAA41-4DBA-615C-4669-6044B1CE00E4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350;p38">
              <a:extLst>
                <a:ext uri="{FF2B5EF4-FFF2-40B4-BE49-F238E27FC236}">
                  <a16:creationId xmlns:a16="http://schemas.microsoft.com/office/drawing/2014/main" id="{DC7DF8CB-7A1F-3FAA-0F83-1821C588E1BC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351;p38">
              <a:extLst>
                <a:ext uri="{FF2B5EF4-FFF2-40B4-BE49-F238E27FC236}">
                  <a16:creationId xmlns:a16="http://schemas.microsoft.com/office/drawing/2014/main" id="{4760B265-D28C-9BF2-88DF-1F29AD6D78D0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352;p38">
              <a:extLst>
                <a:ext uri="{FF2B5EF4-FFF2-40B4-BE49-F238E27FC236}">
                  <a16:creationId xmlns:a16="http://schemas.microsoft.com/office/drawing/2014/main" id="{9A7A1E08-3A76-3916-870F-DF76257BBF4C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353;p38">
              <a:extLst>
                <a:ext uri="{FF2B5EF4-FFF2-40B4-BE49-F238E27FC236}">
                  <a16:creationId xmlns:a16="http://schemas.microsoft.com/office/drawing/2014/main" id="{1D5B3140-F8AC-158F-B3C8-6D39793B7663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354;p38">
              <a:extLst>
                <a:ext uri="{FF2B5EF4-FFF2-40B4-BE49-F238E27FC236}">
                  <a16:creationId xmlns:a16="http://schemas.microsoft.com/office/drawing/2014/main" id="{68D2E69A-AC70-CD21-CF1C-9B66895B2C59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5;p38">
              <a:extLst>
                <a:ext uri="{FF2B5EF4-FFF2-40B4-BE49-F238E27FC236}">
                  <a16:creationId xmlns:a16="http://schemas.microsoft.com/office/drawing/2014/main" id="{82E5E5BD-4637-4B86-FA63-D6ACEF175F10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6;p38">
              <a:extLst>
                <a:ext uri="{FF2B5EF4-FFF2-40B4-BE49-F238E27FC236}">
                  <a16:creationId xmlns:a16="http://schemas.microsoft.com/office/drawing/2014/main" id="{13820050-BC1D-CE41-1363-6EAA3EFA0453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57;p38">
              <a:extLst>
                <a:ext uri="{FF2B5EF4-FFF2-40B4-BE49-F238E27FC236}">
                  <a16:creationId xmlns:a16="http://schemas.microsoft.com/office/drawing/2014/main" id="{A0CC683B-CACD-CC11-833E-B952743778F9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58;p38">
              <a:extLst>
                <a:ext uri="{FF2B5EF4-FFF2-40B4-BE49-F238E27FC236}">
                  <a16:creationId xmlns:a16="http://schemas.microsoft.com/office/drawing/2014/main" id="{C796948D-9621-5D22-653C-03905D38C3D4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59;p38">
              <a:extLst>
                <a:ext uri="{FF2B5EF4-FFF2-40B4-BE49-F238E27FC236}">
                  <a16:creationId xmlns:a16="http://schemas.microsoft.com/office/drawing/2014/main" id="{8B00323D-8AC1-85F5-483A-9A7A6D5A03A3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60;p38">
              <a:extLst>
                <a:ext uri="{FF2B5EF4-FFF2-40B4-BE49-F238E27FC236}">
                  <a16:creationId xmlns:a16="http://schemas.microsoft.com/office/drawing/2014/main" id="{F34B4F4A-AEC8-78B5-B1A0-BD0269C03967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" name="Google Shape;361;p38">
            <a:extLst>
              <a:ext uri="{FF2B5EF4-FFF2-40B4-BE49-F238E27FC236}">
                <a16:creationId xmlns:a16="http://schemas.microsoft.com/office/drawing/2014/main" id="{9E132CA6-704A-C2A0-74C9-FDD314390AD5}"/>
              </a:ext>
            </a:extLst>
          </p:cNvPr>
          <p:cNvGrpSpPr/>
          <p:nvPr userDrawn="1"/>
        </p:nvGrpSpPr>
        <p:grpSpPr>
          <a:xfrm>
            <a:off x="6840191" y="537509"/>
            <a:ext cx="230852" cy="166148"/>
            <a:chOff x="2055551" y="474366"/>
            <a:chExt cx="505200" cy="363600"/>
          </a:xfrm>
        </p:grpSpPr>
        <p:sp>
          <p:nvSpPr>
            <p:cNvPr id="24" name="Google Shape;362;p38">
              <a:extLst>
                <a:ext uri="{FF2B5EF4-FFF2-40B4-BE49-F238E27FC236}">
                  <a16:creationId xmlns:a16="http://schemas.microsoft.com/office/drawing/2014/main" id="{10B0A9CA-9134-D1A0-19B5-A62BA64FE74F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63;p38">
              <a:extLst>
                <a:ext uri="{FF2B5EF4-FFF2-40B4-BE49-F238E27FC236}">
                  <a16:creationId xmlns:a16="http://schemas.microsoft.com/office/drawing/2014/main" id="{DD44ECB2-E9A3-40ED-5109-4351C32A6C65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345;p38">
            <a:extLst>
              <a:ext uri="{FF2B5EF4-FFF2-40B4-BE49-F238E27FC236}">
                <a16:creationId xmlns:a16="http://schemas.microsoft.com/office/drawing/2014/main" id="{D0CE1789-D4EC-038E-8F4D-148CFB64A2F0}"/>
              </a:ext>
            </a:extLst>
          </p:cNvPr>
          <p:cNvGrpSpPr/>
          <p:nvPr userDrawn="1"/>
        </p:nvGrpSpPr>
        <p:grpSpPr>
          <a:xfrm flipV="1">
            <a:off x="10416826" y="236131"/>
            <a:ext cx="381413" cy="133455"/>
            <a:chOff x="1338692" y="539400"/>
            <a:chExt cx="511800" cy="179077"/>
          </a:xfrm>
        </p:grpSpPr>
        <p:sp>
          <p:nvSpPr>
            <p:cNvPr id="27" name="Google Shape;346;p38">
              <a:extLst>
                <a:ext uri="{FF2B5EF4-FFF2-40B4-BE49-F238E27FC236}">
                  <a16:creationId xmlns:a16="http://schemas.microsoft.com/office/drawing/2014/main" id="{9FDB9D8A-6624-26FF-9BF2-C937E295D96E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47;p38">
              <a:extLst>
                <a:ext uri="{FF2B5EF4-FFF2-40B4-BE49-F238E27FC236}">
                  <a16:creationId xmlns:a16="http://schemas.microsoft.com/office/drawing/2014/main" id="{994B36EA-17B1-0F88-860F-174642EBE4E5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45;p38">
            <a:extLst>
              <a:ext uri="{FF2B5EF4-FFF2-40B4-BE49-F238E27FC236}">
                <a16:creationId xmlns:a16="http://schemas.microsoft.com/office/drawing/2014/main" id="{E54A4630-B3E7-E3B8-007F-C87821CBFB6E}"/>
              </a:ext>
            </a:extLst>
          </p:cNvPr>
          <p:cNvGrpSpPr/>
          <p:nvPr userDrawn="1"/>
        </p:nvGrpSpPr>
        <p:grpSpPr>
          <a:xfrm>
            <a:off x="486292" y="267986"/>
            <a:ext cx="233868" cy="81830"/>
            <a:chOff x="1338692" y="539400"/>
            <a:chExt cx="511800" cy="179077"/>
          </a:xfrm>
        </p:grpSpPr>
        <p:sp>
          <p:nvSpPr>
            <p:cNvPr id="33" name="Google Shape;346;p38">
              <a:extLst>
                <a:ext uri="{FF2B5EF4-FFF2-40B4-BE49-F238E27FC236}">
                  <a16:creationId xmlns:a16="http://schemas.microsoft.com/office/drawing/2014/main" id="{9EE93E5D-68F1-70BB-0228-D739070DF088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7;p38">
              <a:extLst>
                <a:ext uri="{FF2B5EF4-FFF2-40B4-BE49-F238E27FC236}">
                  <a16:creationId xmlns:a16="http://schemas.microsoft.com/office/drawing/2014/main" id="{AC78E84F-FA10-7941-D2E0-BAAC4B86CF28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324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 슬라이드">
    <p:bg>
      <p:bgPr>
        <a:solidFill>
          <a:srgbClr val="EF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B56CA082-D975-E7E3-2D80-88E855D73F2B}"/>
              </a:ext>
            </a:extLst>
          </p:cNvPr>
          <p:cNvSpPr/>
          <p:nvPr userDrawn="1"/>
        </p:nvSpPr>
        <p:spPr>
          <a:xfrm>
            <a:off x="240144" y="147637"/>
            <a:ext cx="11711709" cy="720436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096AA"/>
              </a:gs>
              <a:gs pos="100000">
                <a:srgbClr val="003A8C"/>
              </a:gs>
            </a:gsLst>
            <a:lin ang="3600000" scaled="0"/>
          </a:gradFill>
          <a:ln>
            <a:noFill/>
          </a:ln>
          <a:effectLst>
            <a:outerShdw blurRad="165100" dist="38100" dir="5400000" algn="t" rotWithShape="0">
              <a:srgbClr val="3B85F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ko-KR" altLang="en-US" sz="20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" name="모서리가 둥근 직사각형 6">
            <a:extLst>
              <a:ext uri="{FF2B5EF4-FFF2-40B4-BE49-F238E27FC236}">
                <a16:creationId xmlns:a16="http://schemas.microsoft.com/office/drawing/2014/main" id="{0DCF371E-3466-7BFB-3027-99F0B9B34293}"/>
              </a:ext>
            </a:extLst>
          </p:cNvPr>
          <p:cNvSpPr/>
          <p:nvPr userDrawn="1"/>
        </p:nvSpPr>
        <p:spPr>
          <a:xfrm>
            <a:off x="240144" y="843062"/>
            <a:ext cx="11711709" cy="57863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dirty="0">
              <a:solidFill>
                <a:prstClr val="white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D8A2D44-E762-B5A5-BBDA-D5342E78C9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698" y="327106"/>
            <a:ext cx="926734" cy="336486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E389B5D-84F3-8F3C-2900-6C93BBC4E0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092" y="327106"/>
            <a:ext cx="5919587" cy="422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en-US" altLang="ko-KR"/>
              <a:t>Sample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62CB265B-3390-A1D8-2E58-5FE2965B1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092" y="928850"/>
            <a:ext cx="5919587" cy="422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1C479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en-US" altLang="ko-KR"/>
              <a:t>Sample</a:t>
            </a:r>
          </a:p>
        </p:txBody>
      </p:sp>
      <p:grpSp>
        <p:nvGrpSpPr>
          <p:cNvPr id="10" name="Google Shape;348;p38">
            <a:extLst>
              <a:ext uri="{FF2B5EF4-FFF2-40B4-BE49-F238E27FC236}">
                <a16:creationId xmlns:a16="http://schemas.microsoft.com/office/drawing/2014/main" id="{5BD00168-80F9-C914-5945-85A65ADC92B7}"/>
              </a:ext>
            </a:extLst>
          </p:cNvPr>
          <p:cNvGrpSpPr/>
          <p:nvPr userDrawn="1"/>
        </p:nvGrpSpPr>
        <p:grpSpPr>
          <a:xfrm>
            <a:off x="8030252" y="293232"/>
            <a:ext cx="152850" cy="152850"/>
            <a:chOff x="2542175" y="321800"/>
            <a:chExt cx="334500" cy="334500"/>
          </a:xfrm>
        </p:grpSpPr>
        <p:cxnSp>
          <p:nvCxnSpPr>
            <p:cNvPr id="12" name="Google Shape;349;p38">
              <a:extLst>
                <a:ext uri="{FF2B5EF4-FFF2-40B4-BE49-F238E27FC236}">
                  <a16:creationId xmlns:a16="http://schemas.microsoft.com/office/drawing/2014/main" id="{7B962F56-6D3C-9DBC-213C-7E88ABF6BBE5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350;p38">
              <a:extLst>
                <a:ext uri="{FF2B5EF4-FFF2-40B4-BE49-F238E27FC236}">
                  <a16:creationId xmlns:a16="http://schemas.microsoft.com/office/drawing/2014/main" id="{46B9FC49-0364-5028-59D1-58728864D1A1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351;p38">
              <a:extLst>
                <a:ext uri="{FF2B5EF4-FFF2-40B4-BE49-F238E27FC236}">
                  <a16:creationId xmlns:a16="http://schemas.microsoft.com/office/drawing/2014/main" id="{4355D3BE-E7F6-D0D2-3D62-7256FB4F852C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352;p38">
              <a:extLst>
                <a:ext uri="{FF2B5EF4-FFF2-40B4-BE49-F238E27FC236}">
                  <a16:creationId xmlns:a16="http://schemas.microsoft.com/office/drawing/2014/main" id="{88579954-E9FA-F6F9-FAFE-7AA2DED66FD6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353;p38">
              <a:extLst>
                <a:ext uri="{FF2B5EF4-FFF2-40B4-BE49-F238E27FC236}">
                  <a16:creationId xmlns:a16="http://schemas.microsoft.com/office/drawing/2014/main" id="{5EA97A99-1A97-1D03-7DEC-F345FB76E3F1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4;p38">
              <a:extLst>
                <a:ext uri="{FF2B5EF4-FFF2-40B4-BE49-F238E27FC236}">
                  <a16:creationId xmlns:a16="http://schemas.microsoft.com/office/drawing/2014/main" id="{14087809-0EE6-D2EE-13D1-A5072811C8C1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5;p38">
              <a:extLst>
                <a:ext uri="{FF2B5EF4-FFF2-40B4-BE49-F238E27FC236}">
                  <a16:creationId xmlns:a16="http://schemas.microsoft.com/office/drawing/2014/main" id="{6652AE58-FC35-C448-C10D-644C59C4C719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56;p38">
              <a:extLst>
                <a:ext uri="{FF2B5EF4-FFF2-40B4-BE49-F238E27FC236}">
                  <a16:creationId xmlns:a16="http://schemas.microsoft.com/office/drawing/2014/main" id="{8A70B000-BFE8-1369-9321-48A73584A771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57;p38">
              <a:extLst>
                <a:ext uri="{FF2B5EF4-FFF2-40B4-BE49-F238E27FC236}">
                  <a16:creationId xmlns:a16="http://schemas.microsoft.com/office/drawing/2014/main" id="{E9FEFF7A-1160-A914-F86D-687B6F856778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58;p38">
              <a:extLst>
                <a:ext uri="{FF2B5EF4-FFF2-40B4-BE49-F238E27FC236}">
                  <a16:creationId xmlns:a16="http://schemas.microsoft.com/office/drawing/2014/main" id="{12924DF2-253C-DBE4-D967-4E88377BC2BD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59;p38">
              <a:extLst>
                <a:ext uri="{FF2B5EF4-FFF2-40B4-BE49-F238E27FC236}">
                  <a16:creationId xmlns:a16="http://schemas.microsoft.com/office/drawing/2014/main" id="{059119CE-8776-5779-6497-1846B42E5CA0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60;p38">
              <a:extLst>
                <a:ext uri="{FF2B5EF4-FFF2-40B4-BE49-F238E27FC236}">
                  <a16:creationId xmlns:a16="http://schemas.microsoft.com/office/drawing/2014/main" id="{CBA2AF6D-B931-9842-8102-4C746EDAAF3F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361;p38">
            <a:extLst>
              <a:ext uri="{FF2B5EF4-FFF2-40B4-BE49-F238E27FC236}">
                <a16:creationId xmlns:a16="http://schemas.microsoft.com/office/drawing/2014/main" id="{A585C2B1-814B-27A4-9B3E-28ED2C0B4921}"/>
              </a:ext>
            </a:extLst>
          </p:cNvPr>
          <p:cNvGrpSpPr/>
          <p:nvPr userDrawn="1"/>
        </p:nvGrpSpPr>
        <p:grpSpPr>
          <a:xfrm>
            <a:off x="6840191" y="537509"/>
            <a:ext cx="230852" cy="166148"/>
            <a:chOff x="2055551" y="474366"/>
            <a:chExt cx="505200" cy="363600"/>
          </a:xfrm>
        </p:grpSpPr>
        <p:sp>
          <p:nvSpPr>
            <p:cNvPr id="25" name="Google Shape;362;p38">
              <a:extLst>
                <a:ext uri="{FF2B5EF4-FFF2-40B4-BE49-F238E27FC236}">
                  <a16:creationId xmlns:a16="http://schemas.microsoft.com/office/drawing/2014/main" id="{1A50788C-0880-2205-9CC6-D9AB5770DDB3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63;p38">
              <a:extLst>
                <a:ext uri="{FF2B5EF4-FFF2-40B4-BE49-F238E27FC236}">
                  <a16:creationId xmlns:a16="http://schemas.microsoft.com/office/drawing/2014/main" id="{F59D9086-5B37-34A7-57F3-F221C7EB59A1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345;p38">
            <a:extLst>
              <a:ext uri="{FF2B5EF4-FFF2-40B4-BE49-F238E27FC236}">
                <a16:creationId xmlns:a16="http://schemas.microsoft.com/office/drawing/2014/main" id="{B40FC453-5A0C-CCF2-1C75-C2D245200A7D}"/>
              </a:ext>
            </a:extLst>
          </p:cNvPr>
          <p:cNvGrpSpPr/>
          <p:nvPr userDrawn="1"/>
        </p:nvGrpSpPr>
        <p:grpSpPr>
          <a:xfrm flipV="1">
            <a:off x="10416826" y="236131"/>
            <a:ext cx="381413" cy="133455"/>
            <a:chOff x="1338692" y="539400"/>
            <a:chExt cx="511800" cy="179077"/>
          </a:xfrm>
        </p:grpSpPr>
        <p:sp>
          <p:nvSpPr>
            <p:cNvPr id="28" name="Google Shape;346;p38">
              <a:extLst>
                <a:ext uri="{FF2B5EF4-FFF2-40B4-BE49-F238E27FC236}">
                  <a16:creationId xmlns:a16="http://schemas.microsoft.com/office/drawing/2014/main" id="{D044A47F-11C6-5176-84F5-6F6E3CAF56BC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47;p38">
              <a:extLst>
                <a:ext uri="{FF2B5EF4-FFF2-40B4-BE49-F238E27FC236}">
                  <a16:creationId xmlns:a16="http://schemas.microsoft.com/office/drawing/2014/main" id="{33F6FAA9-A174-0606-2736-55FFBFB0D355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45;p38">
            <a:extLst>
              <a:ext uri="{FF2B5EF4-FFF2-40B4-BE49-F238E27FC236}">
                <a16:creationId xmlns:a16="http://schemas.microsoft.com/office/drawing/2014/main" id="{FD5999AC-E1BA-FED7-ECC2-749BB4CB7C90}"/>
              </a:ext>
            </a:extLst>
          </p:cNvPr>
          <p:cNvGrpSpPr/>
          <p:nvPr userDrawn="1"/>
        </p:nvGrpSpPr>
        <p:grpSpPr>
          <a:xfrm>
            <a:off x="486292" y="267986"/>
            <a:ext cx="233868" cy="81830"/>
            <a:chOff x="1338692" y="539400"/>
            <a:chExt cx="511800" cy="179077"/>
          </a:xfrm>
        </p:grpSpPr>
        <p:sp>
          <p:nvSpPr>
            <p:cNvPr id="34" name="Google Shape;346;p38">
              <a:extLst>
                <a:ext uri="{FF2B5EF4-FFF2-40B4-BE49-F238E27FC236}">
                  <a16:creationId xmlns:a16="http://schemas.microsoft.com/office/drawing/2014/main" id="{E81A9A9F-A7AA-08FE-E360-D18B72200AED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47;p38">
              <a:extLst>
                <a:ext uri="{FF2B5EF4-FFF2-40B4-BE49-F238E27FC236}">
                  <a16:creationId xmlns:a16="http://schemas.microsoft.com/office/drawing/2014/main" id="{B2BB467F-AD09-0682-D58E-031F9CE997D2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8630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F49206-B185-5268-AC5F-6D3EF8C4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8213C3-BA90-411B-9E75-F8FB7DCDB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6447A1-9567-F640-63FD-DFC6A363F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fld id="{DBF10F76-C6EC-4C0D-B61A-4344AD731D64}" type="datetimeFigureOut">
              <a:rPr lang="ko-KR" altLang="en-US" smtClean="0"/>
              <a:pPr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7914D6-EF71-A442-C0AF-C7510A23A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91B9D-3C94-B931-9D53-837912F04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fld id="{6AAA7AFD-FC3B-4396-9863-05A3109E87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94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4" r:id="rId3"/>
    <p:sldLayoutId id="2147483663" r:id="rId4"/>
    <p:sldLayoutId id="2147483649" r:id="rId5"/>
    <p:sldLayoutId id="2147483662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에스코어 드림 3 Light" panose="020B0303030302020204" pitchFamily="34" charset="-127"/>
          <a:ea typeface="에스코어 드림 3 Light" panose="020B0303030302020204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FAB9180A-0017-783E-FDCA-7FA89FAF251A}"/>
              </a:ext>
            </a:extLst>
          </p:cNvPr>
          <p:cNvSpPr/>
          <p:nvPr/>
        </p:nvSpPr>
        <p:spPr>
          <a:xfrm rot="18680641">
            <a:off x="10057089" y="-1187875"/>
            <a:ext cx="2249735" cy="449947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E5FEAAB-4096-E6FC-5A95-6B56A15B5F08}"/>
              </a:ext>
            </a:extLst>
          </p:cNvPr>
          <p:cNvSpPr/>
          <p:nvPr/>
        </p:nvSpPr>
        <p:spPr>
          <a:xfrm>
            <a:off x="3659722" y="604962"/>
            <a:ext cx="93562" cy="93562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B0FCDE-6B56-0A22-E9BD-10A10F76BA41}"/>
              </a:ext>
            </a:extLst>
          </p:cNvPr>
          <p:cNvCxnSpPr>
            <a:cxnSpLocks/>
          </p:cNvCxnSpPr>
          <p:nvPr/>
        </p:nvCxnSpPr>
        <p:spPr>
          <a:xfrm flipV="1">
            <a:off x="11693992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A4CD43C8-961E-3BD4-67AF-8F0676102504}"/>
              </a:ext>
            </a:extLst>
          </p:cNvPr>
          <p:cNvSpPr/>
          <p:nvPr/>
        </p:nvSpPr>
        <p:spPr>
          <a:xfrm rot="5994948">
            <a:off x="2204195" y="5347060"/>
            <a:ext cx="1510940" cy="302188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CA4FEC5-112E-BE44-A7D0-E1C98EBB3C86}"/>
              </a:ext>
            </a:extLst>
          </p:cNvPr>
          <p:cNvCxnSpPr>
            <a:cxnSpLocks/>
          </p:cNvCxnSpPr>
          <p:nvPr/>
        </p:nvCxnSpPr>
        <p:spPr>
          <a:xfrm flipV="1">
            <a:off x="358334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oogle Shape;345;p38">
            <a:extLst>
              <a:ext uri="{FF2B5EF4-FFF2-40B4-BE49-F238E27FC236}">
                <a16:creationId xmlns:a16="http://schemas.microsoft.com/office/drawing/2014/main" id="{D96FF584-E737-E752-2416-34FDB75D1D1A}"/>
              </a:ext>
            </a:extLst>
          </p:cNvPr>
          <p:cNvGrpSpPr/>
          <p:nvPr/>
        </p:nvGrpSpPr>
        <p:grpSpPr>
          <a:xfrm>
            <a:off x="336326" y="6013841"/>
            <a:ext cx="511800" cy="179077"/>
            <a:chOff x="1338692" y="539400"/>
            <a:chExt cx="511800" cy="179077"/>
          </a:xfrm>
        </p:grpSpPr>
        <p:sp>
          <p:nvSpPr>
            <p:cNvPr id="13" name="Google Shape;346;p38">
              <a:extLst>
                <a:ext uri="{FF2B5EF4-FFF2-40B4-BE49-F238E27FC236}">
                  <a16:creationId xmlns:a16="http://schemas.microsoft.com/office/drawing/2014/main" id="{02553BCD-15E4-8CDD-35BB-2BEC2F64B187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47;p38">
              <a:extLst>
                <a:ext uri="{FF2B5EF4-FFF2-40B4-BE49-F238E27FC236}">
                  <a16:creationId xmlns:a16="http://schemas.microsoft.com/office/drawing/2014/main" id="{6CEEE30D-77F5-CBE7-64C6-443A926B869A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48;p38">
            <a:extLst>
              <a:ext uri="{FF2B5EF4-FFF2-40B4-BE49-F238E27FC236}">
                <a16:creationId xmlns:a16="http://schemas.microsoft.com/office/drawing/2014/main" id="{C172DF49-7615-B501-8690-9FEC0160C0D8}"/>
              </a:ext>
            </a:extLst>
          </p:cNvPr>
          <p:cNvGrpSpPr/>
          <p:nvPr/>
        </p:nvGrpSpPr>
        <p:grpSpPr>
          <a:xfrm>
            <a:off x="7936672" y="1613458"/>
            <a:ext cx="334500" cy="334500"/>
            <a:chOff x="2542175" y="321800"/>
            <a:chExt cx="334500" cy="334500"/>
          </a:xfrm>
        </p:grpSpPr>
        <p:cxnSp>
          <p:nvCxnSpPr>
            <p:cNvPr id="16" name="Google Shape;349;p38">
              <a:extLst>
                <a:ext uri="{FF2B5EF4-FFF2-40B4-BE49-F238E27FC236}">
                  <a16:creationId xmlns:a16="http://schemas.microsoft.com/office/drawing/2014/main" id="{F4B8F216-DDEB-FFB1-4B80-F1DE953937EA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0;p38">
              <a:extLst>
                <a:ext uri="{FF2B5EF4-FFF2-40B4-BE49-F238E27FC236}">
                  <a16:creationId xmlns:a16="http://schemas.microsoft.com/office/drawing/2014/main" id="{37F7CE7D-9A5D-B24D-1D02-3E0BADF442A4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1;p38">
              <a:extLst>
                <a:ext uri="{FF2B5EF4-FFF2-40B4-BE49-F238E27FC236}">
                  <a16:creationId xmlns:a16="http://schemas.microsoft.com/office/drawing/2014/main" id="{1DAD9CCD-5AFF-2E9A-1929-E7C5CC71091E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52;p38">
              <a:extLst>
                <a:ext uri="{FF2B5EF4-FFF2-40B4-BE49-F238E27FC236}">
                  <a16:creationId xmlns:a16="http://schemas.microsoft.com/office/drawing/2014/main" id="{DB9921B8-1549-DCFF-583C-68588358DDFA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53;p38">
              <a:extLst>
                <a:ext uri="{FF2B5EF4-FFF2-40B4-BE49-F238E27FC236}">
                  <a16:creationId xmlns:a16="http://schemas.microsoft.com/office/drawing/2014/main" id="{DC8FC7C9-B441-6084-D02F-2B0560DC736E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54;p38">
              <a:extLst>
                <a:ext uri="{FF2B5EF4-FFF2-40B4-BE49-F238E27FC236}">
                  <a16:creationId xmlns:a16="http://schemas.microsoft.com/office/drawing/2014/main" id="{52FB71C3-E4D0-F4E4-9E54-B1BDB92A9476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55;p38">
              <a:extLst>
                <a:ext uri="{FF2B5EF4-FFF2-40B4-BE49-F238E27FC236}">
                  <a16:creationId xmlns:a16="http://schemas.microsoft.com/office/drawing/2014/main" id="{4A18F76C-9D67-E7EC-F508-49B85452396D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56;p38">
              <a:extLst>
                <a:ext uri="{FF2B5EF4-FFF2-40B4-BE49-F238E27FC236}">
                  <a16:creationId xmlns:a16="http://schemas.microsoft.com/office/drawing/2014/main" id="{740F4C07-98D9-2079-F7E2-505614497A8E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357;p38">
              <a:extLst>
                <a:ext uri="{FF2B5EF4-FFF2-40B4-BE49-F238E27FC236}">
                  <a16:creationId xmlns:a16="http://schemas.microsoft.com/office/drawing/2014/main" id="{2B63527F-FFC4-CF21-2AEA-9B9BDEAFE32C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358;p38">
              <a:extLst>
                <a:ext uri="{FF2B5EF4-FFF2-40B4-BE49-F238E27FC236}">
                  <a16:creationId xmlns:a16="http://schemas.microsoft.com/office/drawing/2014/main" id="{5939C6EC-4A31-D72E-8898-23CEB37FA678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359;p38">
              <a:extLst>
                <a:ext uri="{FF2B5EF4-FFF2-40B4-BE49-F238E27FC236}">
                  <a16:creationId xmlns:a16="http://schemas.microsoft.com/office/drawing/2014/main" id="{5C2C5C12-B03C-5ADD-1D91-A37C477B008B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360;p38">
              <a:extLst>
                <a:ext uri="{FF2B5EF4-FFF2-40B4-BE49-F238E27FC236}">
                  <a16:creationId xmlns:a16="http://schemas.microsoft.com/office/drawing/2014/main" id="{D80EAC1F-5C88-2223-E537-C502117E4DE9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361;p38">
            <a:extLst>
              <a:ext uri="{FF2B5EF4-FFF2-40B4-BE49-F238E27FC236}">
                <a16:creationId xmlns:a16="http://schemas.microsoft.com/office/drawing/2014/main" id="{F5BA6017-C288-498A-0CCE-11F06D9A38FF}"/>
              </a:ext>
            </a:extLst>
          </p:cNvPr>
          <p:cNvGrpSpPr/>
          <p:nvPr/>
        </p:nvGrpSpPr>
        <p:grpSpPr>
          <a:xfrm>
            <a:off x="8951577" y="230985"/>
            <a:ext cx="505200" cy="363600"/>
            <a:chOff x="2055551" y="474366"/>
            <a:chExt cx="505200" cy="363600"/>
          </a:xfrm>
        </p:grpSpPr>
        <p:sp>
          <p:nvSpPr>
            <p:cNvPr id="29" name="Google Shape;362;p38">
              <a:extLst>
                <a:ext uri="{FF2B5EF4-FFF2-40B4-BE49-F238E27FC236}">
                  <a16:creationId xmlns:a16="http://schemas.microsoft.com/office/drawing/2014/main" id="{01E968AB-30A0-E4AB-608E-C15FDAF94AEE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3;p38">
              <a:extLst>
                <a:ext uri="{FF2B5EF4-FFF2-40B4-BE49-F238E27FC236}">
                  <a16:creationId xmlns:a16="http://schemas.microsoft.com/office/drawing/2014/main" id="{F165791F-5ED5-3552-8042-89531CF5CCFE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45;p38">
            <a:extLst>
              <a:ext uri="{FF2B5EF4-FFF2-40B4-BE49-F238E27FC236}">
                <a16:creationId xmlns:a16="http://schemas.microsoft.com/office/drawing/2014/main" id="{E700701B-9E6A-CE45-50BC-4FB494E01DB8}"/>
              </a:ext>
            </a:extLst>
          </p:cNvPr>
          <p:cNvGrpSpPr/>
          <p:nvPr/>
        </p:nvGrpSpPr>
        <p:grpSpPr>
          <a:xfrm>
            <a:off x="1007849" y="775842"/>
            <a:ext cx="511800" cy="179077"/>
            <a:chOff x="1338692" y="539400"/>
            <a:chExt cx="511800" cy="179077"/>
          </a:xfrm>
        </p:grpSpPr>
        <p:sp>
          <p:nvSpPr>
            <p:cNvPr id="32" name="Google Shape;346;p38">
              <a:extLst>
                <a:ext uri="{FF2B5EF4-FFF2-40B4-BE49-F238E27FC236}">
                  <a16:creationId xmlns:a16="http://schemas.microsoft.com/office/drawing/2014/main" id="{082CEA67-BE33-E89E-8D2D-2F487153D542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47;p38">
              <a:extLst>
                <a:ext uri="{FF2B5EF4-FFF2-40B4-BE49-F238E27FC236}">
                  <a16:creationId xmlns:a16="http://schemas.microsoft.com/office/drawing/2014/main" id="{38F26820-AFFF-29FE-FD36-75E064D40777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5;p38">
            <a:extLst>
              <a:ext uri="{FF2B5EF4-FFF2-40B4-BE49-F238E27FC236}">
                <a16:creationId xmlns:a16="http://schemas.microsoft.com/office/drawing/2014/main" id="{A37E9706-C99B-36B3-2E3C-383CE418CA12}"/>
              </a:ext>
            </a:extLst>
          </p:cNvPr>
          <p:cNvGrpSpPr/>
          <p:nvPr/>
        </p:nvGrpSpPr>
        <p:grpSpPr>
          <a:xfrm>
            <a:off x="10586303" y="3983770"/>
            <a:ext cx="511800" cy="179077"/>
            <a:chOff x="1338692" y="539400"/>
            <a:chExt cx="511800" cy="179077"/>
          </a:xfrm>
        </p:grpSpPr>
        <p:sp>
          <p:nvSpPr>
            <p:cNvPr id="35" name="Google Shape;346;p38">
              <a:extLst>
                <a:ext uri="{FF2B5EF4-FFF2-40B4-BE49-F238E27FC236}">
                  <a16:creationId xmlns:a16="http://schemas.microsoft.com/office/drawing/2014/main" id="{C9350E9C-74A9-56D4-7A7D-07ED3F639837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47;p38">
              <a:extLst>
                <a:ext uri="{FF2B5EF4-FFF2-40B4-BE49-F238E27FC236}">
                  <a16:creationId xmlns:a16="http://schemas.microsoft.com/office/drawing/2014/main" id="{77887856-91BE-BC21-01AE-CF3E458F95ED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45;p38">
            <a:extLst>
              <a:ext uri="{FF2B5EF4-FFF2-40B4-BE49-F238E27FC236}">
                <a16:creationId xmlns:a16="http://schemas.microsoft.com/office/drawing/2014/main" id="{B46629A3-3D55-F317-8A80-8FF49AF9F310}"/>
              </a:ext>
            </a:extLst>
          </p:cNvPr>
          <p:cNvGrpSpPr/>
          <p:nvPr/>
        </p:nvGrpSpPr>
        <p:grpSpPr>
          <a:xfrm>
            <a:off x="1119484" y="4672463"/>
            <a:ext cx="511800" cy="179077"/>
            <a:chOff x="1338692" y="539400"/>
            <a:chExt cx="511800" cy="179077"/>
          </a:xfrm>
        </p:grpSpPr>
        <p:sp>
          <p:nvSpPr>
            <p:cNvPr id="38" name="Google Shape;346;p38">
              <a:extLst>
                <a:ext uri="{FF2B5EF4-FFF2-40B4-BE49-F238E27FC236}">
                  <a16:creationId xmlns:a16="http://schemas.microsoft.com/office/drawing/2014/main" id="{7998D05C-B8D9-41AE-8E95-4C6319AD9A9C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47;p38">
              <a:extLst>
                <a:ext uri="{FF2B5EF4-FFF2-40B4-BE49-F238E27FC236}">
                  <a16:creationId xmlns:a16="http://schemas.microsoft.com/office/drawing/2014/main" id="{089689A5-241E-575E-69C5-73993472D65B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345;p38">
            <a:extLst>
              <a:ext uri="{FF2B5EF4-FFF2-40B4-BE49-F238E27FC236}">
                <a16:creationId xmlns:a16="http://schemas.microsoft.com/office/drawing/2014/main" id="{22A009ED-CF34-BBFA-E455-FB1C66E3A4B3}"/>
              </a:ext>
            </a:extLst>
          </p:cNvPr>
          <p:cNvGrpSpPr/>
          <p:nvPr/>
        </p:nvGrpSpPr>
        <p:grpSpPr>
          <a:xfrm>
            <a:off x="1119484" y="4546375"/>
            <a:ext cx="511800" cy="179077"/>
            <a:chOff x="1338692" y="539400"/>
            <a:chExt cx="511800" cy="179077"/>
          </a:xfrm>
        </p:grpSpPr>
        <p:sp>
          <p:nvSpPr>
            <p:cNvPr id="41" name="Google Shape;346;p38">
              <a:extLst>
                <a:ext uri="{FF2B5EF4-FFF2-40B4-BE49-F238E27FC236}">
                  <a16:creationId xmlns:a16="http://schemas.microsoft.com/office/drawing/2014/main" id="{20CF2D7A-FA02-7064-3D19-44F2CFBE107C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47;p38">
              <a:extLst>
                <a:ext uri="{FF2B5EF4-FFF2-40B4-BE49-F238E27FC236}">
                  <a16:creationId xmlns:a16="http://schemas.microsoft.com/office/drawing/2014/main" id="{B101F563-8B5D-B63E-B836-2EF22DED7D3D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361;p38">
            <a:extLst>
              <a:ext uri="{FF2B5EF4-FFF2-40B4-BE49-F238E27FC236}">
                <a16:creationId xmlns:a16="http://schemas.microsoft.com/office/drawing/2014/main" id="{CF9D4338-4A76-6FCF-5353-E7890C680F8C}"/>
              </a:ext>
            </a:extLst>
          </p:cNvPr>
          <p:cNvGrpSpPr/>
          <p:nvPr/>
        </p:nvGrpSpPr>
        <p:grpSpPr>
          <a:xfrm>
            <a:off x="9345059" y="5327991"/>
            <a:ext cx="505200" cy="363600"/>
            <a:chOff x="2055551" y="474366"/>
            <a:chExt cx="505200" cy="363600"/>
          </a:xfrm>
        </p:grpSpPr>
        <p:sp>
          <p:nvSpPr>
            <p:cNvPr id="44" name="Google Shape;362;p38">
              <a:extLst>
                <a:ext uri="{FF2B5EF4-FFF2-40B4-BE49-F238E27FC236}">
                  <a16:creationId xmlns:a16="http://schemas.microsoft.com/office/drawing/2014/main" id="{E5D88C04-6376-9105-38BC-406C51698B97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3;p38">
              <a:extLst>
                <a:ext uri="{FF2B5EF4-FFF2-40B4-BE49-F238E27FC236}">
                  <a16:creationId xmlns:a16="http://schemas.microsoft.com/office/drawing/2014/main" id="{433B12D6-1FE6-CF5B-F7DA-02E04A269615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7F06FA6-8F78-290C-A659-7653D44E3A22}"/>
              </a:ext>
            </a:extLst>
          </p:cNvPr>
          <p:cNvSpPr/>
          <p:nvPr/>
        </p:nvSpPr>
        <p:spPr>
          <a:xfrm rot="11185449">
            <a:off x="-395990" y="-571965"/>
            <a:ext cx="1464633" cy="2929266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8ACC60D-EC29-B636-D35B-E99F8002EA45}"/>
              </a:ext>
            </a:extLst>
          </p:cNvPr>
          <p:cNvSpPr/>
          <p:nvPr/>
        </p:nvSpPr>
        <p:spPr>
          <a:xfrm>
            <a:off x="2244251" y="5414931"/>
            <a:ext cx="187124" cy="187124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3A00E-9B90-E7CC-672B-086726581E7C}"/>
              </a:ext>
            </a:extLst>
          </p:cNvPr>
          <p:cNvSpPr txBox="1"/>
          <p:nvPr/>
        </p:nvSpPr>
        <p:spPr>
          <a:xfrm>
            <a:off x="456436" y="2280289"/>
            <a:ext cx="115425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[ </a:t>
            </a:r>
            <a:r>
              <a:rPr lang="ko-KR" altLang="en-US" sz="4400" spc="-100" dirty="0" err="1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퓨처아카데미</a:t>
            </a:r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Level-up Data.AI</a:t>
            </a:r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]</a:t>
            </a:r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endParaRPr lang="en-US" altLang="ko-KR" sz="4400" spc="-1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융합과정 커리큘럼</a:t>
            </a:r>
            <a:endParaRPr lang="en-US" altLang="ko-KR" sz="4400" spc="-1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A3F33-03C4-E571-7BB7-02077A53C41B}"/>
              </a:ext>
            </a:extLst>
          </p:cNvPr>
          <p:cNvSpPr txBox="1"/>
          <p:nvPr/>
        </p:nvSpPr>
        <p:spPr>
          <a:xfrm>
            <a:off x="497077" y="1631189"/>
            <a:ext cx="11279126" cy="66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신한은행</a:t>
            </a:r>
          </a:p>
        </p:txBody>
      </p:sp>
    </p:spTree>
    <p:extLst>
      <p:ext uri="{BB962C8B-B14F-4D97-AF65-F5344CB8AC3E}">
        <p14:creationId xmlns:p14="http://schemas.microsoft.com/office/powerpoint/2010/main" val="261067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25D3-B1B5-53A0-AFAB-665FC975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FB36EF35-2CE2-743E-9F90-4C3FFF3AB1C5}"/>
              </a:ext>
            </a:extLst>
          </p:cNvPr>
          <p:cNvSpPr/>
          <p:nvPr/>
        </p:nvSpPr>
        <p:spPr>
          <a:xfrm rot="18680641">
            <a:off x="10057089" y="-1187875"/>
            <a:ext cx="2249735" cy="449947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3161845-D520-EE51-1F8A-22A3BA1EB3BC}"/>
              </a:ext>
            </a:extLst>
          </p:cNvPr>
          <p:cNvSpPr/>
          <p:nvPr/>
        </p:nvSpPr>
        <p:spPr>
          <a:xfrm>
            <a:off x="3659722" y="604962"/>
            <a:ext cx="93562" cy="93562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0C71A86-1F1E-8521-C894-C53E0236092C}"/>
              </a:ext>
            </a:extLst>
          </p:cNvPr>
          <p:cNvCxnSpPr>
            <a:cxnSpLocks/>
          </p:cNvCxnSpPr>
          <p:nvPr/>
        </p:nvCxnSpPr>
        <p:spPr>
          <a:xfrm flipV="1">
            <a:off x="11693992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9009804-ED32-66B7-0764-9659B901A9B4}"/>
              </a:ext>
            </a:extLst>
          </p:cNvPr>
          <p:cNvSpPr/>
          <p:nvPr/>
        </p:nvSpPr>
        <p:spPr>
          <a:xfrm rot="5994948">
            <a:off x="2204195" y="5347060"/>
            <a:ext cx="1510940" cy="302188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AAA1198-D12C-4A76-C691-6C94C902E491}"/>
              </a:ext>
            </a:extLst>
          </p:cNvPr>
          <p:cNvCxnSpPr>
            <a:cxnSpLocks/>
          </p:cNvCxnSpPr>
          <p:nvPr/>
        </p:nvCxnSpPr>
        <p:spPr>
          <a:xfrm flipV="1">
            <a:off x="358334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oogle Shape;345;p38">
            <a:extLst>
              <a:ext uri="{FF2B5EF4-FFF2-40B4-BE49-F238E27FC236}">
                <a16:creationId xmlns:a16="http://schemas.microsoft.com/office/drawing/2014/main" id="{0F9C1597-8D15-B4BC-85F4-F860673DC5F8}"/>
              </a:ext>
            </a:extLst>
          </p:cNvPr>
          <p:cNvGrpSpPr/>
          <p:nvPr/>
        </p:nvGrpSpPr>
        <p:grpSpPr>
          <a:xfrm>
            <a:off x="336326" y="6013841"/>
            <a:ext cx="511800" cy="179077"/>
            <a:chOff x="1338692" y="539400"/>
            <a:chExt cx="511800" cy="179077"/>
          </a:xfrm>
        </p:grpSpPr>
        <p:sp>
          <p:nvSpPr>
            <p:cNvPr id="13" name="Google Shape;346;p38">
              <a:extLst>
                <a:ext uri="{FF2B5EF4-FFF2-40B4-BE49-F238E27FC236}">
                  <a16:creationId xmlns:a16="http://schemas.microsoft.com/office/drawing/2014/main" id="{968409FD-2E70-2FEA-5145-9E7B2FB48A11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47;p38">
              <a:extLst>
                <a:ext uri="{FF2B5EF4-FFF2-40B4-BE49-F238E27FC236}">
                  <a16:creationId xmlns:a16="http://schemas.microsoft.com/office/drawing/2014/main" id="{858A7B0F-6D02-EE23-EE78-5D22678F29A5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48;p38">
            <a:extLst>
              <a:ext uri="{FF2B5EF4-FFF2-40B4-BE49-F238E27FC236}">
                <a16:creationId xmlns:a16="http://schemas.microsoft.com/office/drawing/2014/main" id="{6B27B616-C264-21FC-E938-F2DF4DC71488}"/>
              </a:ext>
            </a:extLst>
          </p:cNvPr>
          <p:cNvGrpSpPr/>
          <p:nvPr/>
        </p:nvGrpSpPr>
        <p:grpSpPr>
          <a:xfrm>
            <a:off x="7936672" y="1613458"/>
            <a:ext cx="334500" cy="334500"/>
            <a:chOff x="2542175" y="321800"/>
            <a:chExt cx="334500" cy="334500"/>
          </a:xfrm>
        </p:grpSpPr>
        <p:cxnSp>
          <p:nvCxnSpPr>
            <p:cNvPr id="16" name="Google Shape;349;p38">
              <a:extLst>
                <a:ext uri="{FF2B5EF4-FFF2-40B4-BE49-F238E27FC236}">
                  <a16:creationId xmlns:a16="http://schemas.microsoft.com/office/drawing/2014/main" id="{EAD29F23-AEC5-1A8B-1F01-6C677AA6FF13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0;p38">
              <a:extLst>
                <a:ext uri="{FF2B5EF4-FFF2-40B4-BE49-F238E27FC236}">
                  <a16:creationId xmlns:a16="http://schemas.microsoft.com/office/drawing/2014/main" id="{3F66B3CF-D63C-C7BA-040D-8F20C6869AFA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1;p38">
              <a:extLst>
                <a:ext uri="{FF2B5EF4-FFF2-40B4-BE49-F238E27FC236}">
                  <a16:creationId xmlns:a16="http://schemas.microsoft.com/office/drawing/2014/main" id="{B53E7D29-3E1A-44DF-5AEA-49C1F681592E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52;p38">
              <a:extLst>
                <a:ext uri="{FF2B5EF4-FFF2-40B4-BE49-F238E27FC236}">
                  <a16:creationId xmlns:a16="http://schemas.microsoft.com/office/drawing/2014/main" id="{DAFDAC12-CDD2-CCCA-FCDD-0EC1E7807622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53;p38">
              <a:extLst>
                <a:ext uri="{FF2B5EF4-FFF2-40B4-BE49-F238E27FC236}">
                  <a16:creationId xmlns:a16="http://schemas.microsoft.com/office/drawing/2014/main" id="{25C0C4E8-61B8-2665-ADCE-F671C92A9A09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54;p38">
              <a:extLst>
                <a:ext uri="{FF2B5EF4-FFF2-40B4-BE49-F238E27FC236}">
                  <a16:creationId xmlns:a16="http://schemas.microsoft.com/office/drawing/2014/main" id="{A13F54F9-15CF-EC10-2831-6ADF6153F38F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55;p38">
              <a:extLst>
                <a:ext uri="{FF2B5EF4-FFF2-40B4-BE49-F238E27FC236}">
                  <a16:creationId xmlns:a16="http://schemas.microsoft.com/office/drawing/2014/main" id="{E4DBA8B6-B8FB-877B-AB6A-71E1D1299CDB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56;p38">
              <a:extLst>
                <a:ext uri="{FF2B5EF4-FFF2-40B4-BE49-F238E27FC236}">
                  <a16:creationId xmlns:a16="http://schemas.microsoft.com/office/drawing/2014/main" id="{9DDE87C1-7008-680C-9B7B-45A5B6E39630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357;p38">
              <a:extLst>
                <a:ext uri="{FF2B5EF4-FFF2-40B4-BE49-F238E27FC236}">
                  <a16:creationId xmlns:a16="http://schemas.microsoft.com/office/drawing/2014/main" id="{5DDBE431-F81B-EBCF-9CCF-14558B3054C1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358;p38">
              <a:extLst>
                <a:ext uri="{FF2B5EF4-FFF2-40B4-BE49-F238E27FC236}">
                  <a16:creationId xmlns:a16="http://schemas.microsoft.com/office/drawing/2014/main" id="{9A43C992-FF5A-174B-B685-F182D33112A0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359;p38">
              <a:extLst>
                <a:ext uri="{FF2B5EF4-FFF2-40B4-BE49-F238E27FC236}">
                  <a16:creationId xmlns:a16="http://schemas.microsoft.com/office/drawing/2014/main" id="{05C829BD-C219-2D50-B805-E7B52CCAC27B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360;p38">
              <a:extLst>
                <a:ext uri="{FF2B5EF4-FFF2-40B4-BE49-F238E27FC236}">
                  <a16:creationId xmlns:a16="http://schemas.microsoft.com/office/drawing/2014/main" id="{96322740-887D-5E7B-9C84-43D368E7FDBF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361;p38">
            <a:extLst>
              <a:ext uri="{FF2B5EF4-FFF2-40B4-BE49-F238E27FC236}">
                <a16:creationId xmlns:a16="http://schemas.microsoft.com/office/drawing/2014/main" id="{8A1E6BE8-A5D5-67FE-B497-22BC4E6034AB}"/>
              </a:ext>
            </a:extLst>
          </p:cNvPr>
          <p:cNvGrpSpPr/>
          <p:nvPr/>
        </p:nvGrpSpPr>
        <p:grpSpPr>
          <a:xfrm>
            <a:off x="8951577" y="230985"/>
            <a:ext cx="505200" cy="363600"/>
            <a:chOff x="2055551" y="474366"/>
            <a:chExt cx="505200" cy="363600"/>
          </a:xfrm>
        </p:grpSpPr>
        <p:sp>
          <p:nvSpPr>
            <p:cNvPr id="29" name="Google Shape;362;p38">
              <a:extLst>
                <a:ext uri="{FF2B5EF4-FFF2-40B4-BE49-F238E27FC236}">
                  <a16:creationId xmlns:a16="http://schemas.microsoft.com/office/drawing/2014/main" id="{1C5BC95B-C134-D265-8EEB-14C8DBBC15A0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3;p38">
              <a:extLst>
                <a:ext uri="{FF2B5EF4-FFF2-40B4-BE49-F238E27FC236}">
                  <a16:creationId xmlns:a16="http://schemas.microsoft.com/office/drawing/2014/main" id="{E2D7FBD6-335C-967D-1333-DA444E7A8C20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45;p38">
            <a:extLst>
              <a:ext uri="{FF2B5EF4-FFF2-40B4-BE49-F238E27FC236}">
                <a16:creationId xmlns:a16="http://schemas.microsoft.com/office/drawing/2014/main" id="{A752253F-E0A7-BB41-D8C2-070EDCA02361}"/>
              </a:ext>
            </a:extLst>
          </p:cNvPr>
          <p:cNvGrpSpPr/>
          <p:nvPr/>
        </p:nvGrpSpPr>
        <p:grpSpPr>
          <a:xfrm>
            <a:off x="1007849" y="775842"/>
            <a:ext cx="511800" cy="179077"/>
            <a:chOff x="1338692" y="539400"/>
            <a:chExt cx="511800" cy="179077"/>
          </a:xfrm>
        </p:grpSpPr>
        <p:sp>
          <p:nvSpPr>
            <p:cNvPr id="32" name="Google Shape;346;p38">
              <a:extLst>
                <a:ext uri="{FF2B5EF4-FFF2-40B4-BE49-F238E27FC236}">
                  <a16:creationId xmlns:a16="http://schemas.microsoft.com/office/drawing/2014/main" id="{E4A0AFFA-B4A9-93A4-D12A-9B33E9F41B98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47;p38">
              <a:extLst>
                <a:ext uri="{FF2B5EF4-FFF2-40B4-BE49-F238E27FC236}">
                  <a16:creationId xmlns:a16="http://schemas.microsoft.com/office/drawing/2014/main" id="{154E618D-1F7F-F349-BD6D-292AC2339FC9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5;p38">
            <a:extLst>
              <a:ext uri="{FF2B5EF4-FFF2-40B4-BE49-F238E27FC236}">
                <a16:creationId xmlns:a16="http://schemas.microsoft.com/office/drawing/2014/main" id="{2032548D-CE6B-D861-F8CA-00AC1777D79A}"/>
              </a:ext>
            </a:extLst>
          </p:cNvPr>
          <p:cNvGrpSpPr/>
          <p:nvPr/>
        </p:nvGrpSpPr>
        <p:grpSpPr>
          <a:xfrm>
            <a:off x="10586303" y="3983770"/>
            <a:ext cx="511800" cy="179077"/>
            <a:chOff x="1338692" y="539400"/>
            <a:chExt cx="511800" cy="179077"/>
          </a:xfrm>
        </p:grpSpPr>
        <p:sp>
          <p:nvSpPr>
            <p:cNvPr id="35" name="Google Shape;346;p38">
              <a:extLst>
                <a:ext uri="{FF2B5EF4-FFF2-40B4-BE49-F238E27FC236}">
                  <a16:creationId xmlns:a16="http://schemas.microsoft.com/office/drawing/2014/main" id="{D1DB49EA-4092-DD96-4234-6CFCB2528ED3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47;p38">
              <a:extLst>
                <a:ext uri="{FF2B5EF4-FFF2-40B4-BE49-F238E27FC236}">
                  <a16:creationId xmlns:a16="http://schemas.microsoft.com/office/drawing/2014/main" id="{D2CE2AC4-67C7-C2CD-160B-5C1FDF42C6E7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45;p38">
            <a:extLst>
              <a:ext uri="{FF2B5EF4-FFF2-40B4-BE49-F238E27FC236}">
                <a16:creationId xmlns:a16="http://schemas.microsoft.com/office/drawing/2014/main" id="{8A75352B-3FB1-F1B1-295E-1834EC2FC255}"/>
              </a:ext>
            </a:extLst>
          </p:cNvPr>
          <p:cNvGrpSpPr/>
          <p:nvPr/>
        </p:nvGrpSpPr>
        <p:grpSpPr>
          <a:xfrm>
            <a:off x="1119484" y="4672463"/>
            <a:ext cx="511800" cy="179077"/>
            <a:chOff x="1338692" y="539400"/>
            <a:chExt cx="511800" cy="179077"/>
          </a:xfrm>
        </p:grpSpPr>
        <p:sp>
          <p:nvSpPr>
            <p:cNvPr id="38" name="Google Shape;346;p38">
              <a:extLst>
                <a:ext uri="{FF2B5EF4-FFF2-40B4-BE49-F238E27FC236}">
                  <a16:creationId xmlns:a16="http://schemas.microsoft.com/office/drawing/2014/main" id="{2145D5F9-20A7-9A6F-A6EE-058FDA668F15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47;p38">
              <a:extLst>
                <a:ext uri="{FF2B5EF4-FFF2-40B4-BE49-F238E27FC236}">
                  <a16:creationId xmlns:a16="http://schemas.microsoft.com/office/drawing/2014/main" id="{CA4ECDD2-84C7-8A33-AF49-137F0ADF5199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345;p38">
            <a:extLst>
              <a:ext uri="{FF2B5EF4-FFF2-40B4-BE49-F238E27FC236}">
                <a16:creationId xmlns:a16="http://schemas.microsoft.com/office/drawing/2014/main" id="{0CED36AE-85A8-3F82-F680-34BB995B7A06}"/>
              </a:ext>
            </a:extLst>
          </p:cNvPr>
          <p:cNvGrpSpPr/>
          <p:nvPr/>
        </p:nvGrpSpPr>
        <p:grpSpPr>
          <a:xfrm>
            <a:off x="1119484" y="4546375"/>
            <a:ext cx="511800" cy="179077"/>
            <a:chOff x="1338692" y="539400"/>
            <a:chExt cx="511800" cy="179077"/>
          </a:xfrm>
        </p:grpSpPr>
        <p:sp>
          <p:nvSpPr>
            <p:cNvPr id="41" name="Google Shape;346;p38">
              <a:extLst>
                <a:ext uri="{FF2B5EF4-FFF2-40B4-BE49-F238E27FC236}">
                  <a16:creationId xmlns:a16="http://schemas.microsoft.com/office/drawing/2014/main" id="{55A27A99-B99A-70B2-EE29-6AFB26927066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47;p38">
              <a:extLst>
                <a:ext uri="{FF2B5EF4-FFF2-40B4-BE49-F238E27FC236}">
                  <a16:creationId xmlns:a16="http://schemas.microsoft.com/office/drawing/2014/main" id="{F2CBD53E-49AE-1ADC-3C98-8CAED3A0D6FB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361;p38">
            <a:extLst>
              <a:ext uri="{FF2B5EF4-FFF2-40B4-BE49-F238E27FC236}">
                <a16:creationId xmlns:a16="http://schemas.microsoft.com/office/drawing/2014/main" id="{3B7F2E93-B936-263E-C9C6-83F74311C971}"/>
              </a:ext>
            </a:extLst>
          </p:cNvPr>
          <p:cNvGrpSpPr/>
          <p:nvPr/>
        </p:nvGrpSpPr>
        <p:grpSpPr>
          <a:xfrm>
            <a:off x="9345059" y="5327991"/>
            <a:ext cx="505200" cy="363600"/>
            <a:chOff x="2055551" y="474366"/>
            <a:chExt cx="505200" cy="363600"/>
          </a:xfrm>
        </p:grpSpPr>
        <p:sp>
          <p:nvSpPr>
            <p:cNvPr id="44" name="Google Shape;362;p38">
              <a:extLst>
                <a:ext uri="{FF2B5EF4-FFF2-40B4-BE49-F238E27FC236}">
                  <a16:creationId xmlns:a16="http://schemas.microsoft.com/office/drawing/2014/main" id="{1016D39E-F6C2-DA26-4023-7B7E6DFD52F6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3;p38">
              <a:extLst>
                <a:ext uri="{FF2B5EF4-FFF2-40B4-BE49-F238E27FC236}">
                  <a16:creationId xmlns:a16="http://schemas.microsoft.com/office/drawing/2014/main" id="{8403B635-37D7-AA15-E378-B4D34DF6C558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F89E624D-4828-0897-066A-5E3148730C00}"/>
              </a:ext>
            </a:extLst>
          </p:cNvPr>
          <p:cNvSpPr/>
          <p:nvPr/>
        </p:nvSpPr>
        <p:spPr>
          <a:xfrm rot="11185449">
            <a:off x="-395990" y="-571965"/>
            <a:ext cx="1464633" cy="2929266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C51799A-84DA-DBC6-9D1B-0CA2CD5E09DE}"/>
              </a:ext>
            </a:extLst>
          </p:cNvPr>
          <p:cNvSpPr/>
          <p:nvPr/>
        </p:nvSpPr>
        <p:spPr>
          <a:xfrm>
            <a:off x="2244251" y="5414931"/>
            <a:ext cx="187124" cy="187124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DBA7B-465B-A8F2-B665-84C7E3ABE02F}"/>
              </a:ext>
            </a:extLst>
          </p:cNvPr>
          <p:cNvSpPr txBox="1"/>
          <p:nvPr/>
        </p:nvSpPr>
        <p:spPr>
          <a:xfrm>
            <a:off x="3410081" y="2782799"/>
            <a:ext cx="50892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arenR"/>
            </a:pPr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데이터 분석 강의</a:t>
            </a:r>
            <a:endParaRPr lang="en-US" altLang="ko-KR" sz="4400" spc="-1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algn="ctr"/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(96H)</a:t>
            </a:r>
          </a:p>
        </p:txBody>
      </p:sp>
    </p:spTree>
    <p:extLst>
      <p:ext uri="{BB962C8B-B14F-4D97-AF65-F5344CB8AC3E}">
        <p14:creationId xmlns:p14="http://schemas.microsoft.com/office/powerpoint/2010/main" val="107940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1E38-40D8-E5B4-BEC3-76067E56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2063D2-29F4-2737-4BCF-D3F2BE4E0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E35C333-2240-21FD-1062-C467D0326601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54FC6EB-A0DC-EA6F-5F3A-2CA1D8968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9108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파이썬 기초 프로그래밍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파이썬 소개 및 기본 문법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파이썬 설치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Jupyter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Notebook, IDE/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코랩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사용법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변수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자료형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숫자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문자열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리스트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튜플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딕셔너리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집합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조건문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반복문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(for, while)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기초 입출력 및 간단한 예제 실습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함수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모듈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파일 입출력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객체지향 프로그래밍</a:t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함수 정의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매개변수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리턴값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모듈과 패키지 사용법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라이브러리 설치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(pip,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conda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파일 읽기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쓰기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클래스와 객체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상속 기본 개념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D2DC96-EF21-BBE6-DA92-2B7420B245A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FA681-0BF4-6FB2-50DD-710B1AFA1C4A}"/>
              </a:ext>
            </a:extLst>
          </p:cNvPr>
          <p:cNvSpPr txBox="1"/>
          <p:nvPr/>
        </p:nvSpPr>
        <p:spPr>
          <a:xfrm>
            <a:off x="772720" y="1547952"/>
            <a:ext cx="1074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파이썬의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문법과 프로그래밍 사고를 익혀서 이후 데이터 분석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LLM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응용에 필요한 코딩 기초를 다집니다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57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D0A1305-745E-B23E-59A3-E5F06112D8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2AF1009-2ACA-65BF-F28E-692D37AFE989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4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AD4B86C-5EBB-2B45-5851-DD6856369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478811"/>
              </p:ext>
            </p:extLst>
          </p:nvPr>
        </p:nvGraphicFramePr>
        <p:xfrm>
          <a:off x="861212" y="2072562"/>
          <a:ext cx="10469575" cy="298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579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판다스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(Pandas)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를 활용한 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데이터 분석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판다스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기본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Series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와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DataFrame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개념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데이터셋 불러오기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(csv, Excel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인덱싱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슬라이싱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필터링 및 정렬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기본 통계 함수 및 요약 정보 확인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다양한 데이터셋으로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EDA(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탐색적 데이터 분석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진행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 latinLnBrk="1">
                        <a:buFont typeface="Arial" panose="020B0604020202020204" pitchFamily="34" charset="0"/>
                        <a:buNone/>
                      </a:pPr>
                      <a:endParaRPr lang="ko-KR" altLang="ko-KR" sz="1400" b="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전처리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및 변환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결측치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처리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중복 데이터 제거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형 변환 및 파생변수 생성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GroupBy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Pivot Table, Merge/Join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활용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실제 사례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금융 데이터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주식 정보 등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를 통한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전처리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및 분석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C802FA-E2FC-6245-3390-3E03A2EC73E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E5DA4-B283-7A5A-F008-0D54602DF5B6}"/>
              </a:ext>
            </a:extLst>
          </p:cNvPr>
          <p:cNvSpPr txBox="1"/>
          <p:nvPr/>
        </p:nvSpPr>
        <p:spPr>
          <a:xfrm>
            <a:off x="772721" y="1547952"/>
            <a:ext cx="10469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판다스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라이브러리를 사용하여 데이터셋 불러오기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정제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변형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집계 및 분석을 수행하는 방법을 학습합니다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7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8606-6EDA-FD3A-CD39-9AF2E1AB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035D9B-AC20-A3B5-F036-B55E2A7FE8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B8F6F79-3DCE-490E-BD79-3EAF62E85830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5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7509A4C-F468-1E9B-26C6-13384B4D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070615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데이터 시각화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Matplotlib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기초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기본 그래프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막대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산점도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작성법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그래프 꾸미기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레이블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제목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범례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스타일 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여러 그래프를 한 화면에 표현하는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서브플롯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활용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판다스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데이터프레임을 이용한 시각화 프로젝트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 latinLnBrk="1">
                        <a:buFont typeface="Arial" panose="020B0604020202020204" pitchFamily="34" charset="0"/>
                        <a:buNone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심화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Seaborn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활용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Seaborn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 기본 테마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다양한 시각화 차트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(boxplot,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violinplot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heatmap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시각적 데이터 탐색을 위한 고급 기법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실제 데이터를 통한 시각화 사례 분석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4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1068A94-CD63-9E41-886C-E0EF0FD40DFB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309D4-8681-604D-EA2F-E5B1733787E5}"/>
              </a:ext>
            </a:extLst>
          </p:cNvPr>
          <p:cNvSpPr txBox="1"/>
          <p:nvPr/>
        </p:nvSpPr>
        <p:spPr>
          <a:xfrm>
            <a:off x="772721" y="1547952"/>
            <a:ext cx="10469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Matplotlib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과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Seaborn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을 중심으로 데이터를 시각적으로 표현하는 방법을 익히고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분석 인사이트 도출에 활용합니다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48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5522-046C-406A-BE87-38A1F74A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B5CF15-3921-336B-1B86-F3E424AEC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4234541C-C836-A113-3715-2F6BE565A6D4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6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F4538D6-593F-C2DC-31B8-F9D38987A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43936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데이터 </a:t>
                      </a: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스크래핑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정적 웹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스크래핑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HTTP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기본 개념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requests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라이브러리 활용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BeautifulSoup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를 통한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HTML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파싱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DOM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탐색 및 데이터 추출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(find,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find_all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select)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뉴스 기사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블로그 등 공개 데이터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스크래핑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 latinLnBrk="1">
                        <a:buFont typeface="Arial" panose="020B0604020202020204" pitchFamily="34" charset="0"/>
                        <a:buNone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동적 웹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스크래핑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및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API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활용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Selenium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이용한 자바스크립트 렌더링 페이지 처리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API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요청 및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JSON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파싱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웹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크롤링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시 고려사항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(robots.txt, rate limiting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특정 웹사이트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금융정보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커뮤니티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 데이터 수집 프로젝트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02B1C3F-A7EF-43BA-7C13-E05F83058A55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CC419-C258-D4E3-6E7B-21CB998BD0D3}"/>
              </a:ext>
            </a:extLst>
          </p:cNvPr>
          <p:cNvSpPr txBox="1"/>
          <p:nvPr/>
        </p:nvSpPr>
        <p:spPr>
          <a:xfrm>
            <a:off x="772721" y="1547952"/>
            <a:ext cx="10469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웹 페이지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API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로부터 데이터를 수집하는 방법을 배우고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스크래핑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자동화 기법을 익힙니다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62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A5E0-D82A-BBDA-8CEB-5EB06D97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088CB28-3E71-19D1-9E63-A0567A095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8FDB68A-B1A3-C30E-BF20-19B75D64E484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7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DFF9FC-5B72-BE7A-05F8-7461BB9B9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40483"/>
              </p:ext>
            </p:extLst>
          </p:nvPr>
        </p:nvGraphicFramePr>
        <p:xfrm>
          <a:off x="861212" y="2145299"/>
          <a:ext cx="10469575" cy="362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3488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816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머신러닝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기초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머신러닝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개요 및 데이터 준비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머신러닝의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종류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지도학습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비지도학습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강화학습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모델 평가 지표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정확도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정밀도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재현율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F1 score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데이터셋 분할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(train/test split)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및 교차 검증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간단한 데이터셋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붓꽃 데이터셋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이용한 분류 문제 해결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 latinLnBrk="1">
                        <a:buFont typeface="Arial" panose="020B0604020202020204" pitchFamily="34" charset="0"/>
                        <a:buNone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회귀와 분류 모델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선형 회귀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로지스틱 회귀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의사결정 트리 등 기본 모델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Scikit-learn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이용한 모델 구축 및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하이퍼파라미터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튜닝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실제 데이터를 활용한 예측 모델 구축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주가 예측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고객 이탈 예측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군집화와 차원 축소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K-Means,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계층적 군집화 등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PCA, t-SNE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 차원 축소 기법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클러스터링 및 시각화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20EBE48-6797-5946-8B23-0D64D91D6E8B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7D138-22B8-76C5-E276-9CAD6DFCA027}"/>
              </a:ext>
            </a:extLst>
          </p:cNvPr>
          <p:cNvSpPr txBox="1"/>
          <p:nvPr/>
        </p:nvSpPr>
        <p:spPr>
          <a:xfrm>
            <a:off x="772721" y="1547953"/>
            <a:ext cx="10335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  <a:r>
              <a:rPr lang="en-US" altLang="ko-KR" sz="1400" kern="1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개념과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scikit-learn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라이브러리를 활용하여 회귀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분류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군집화 등</a:t>
            </a:r>
            <a:r>
              <a:rPr lang="ko-KR" altLang="en-US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의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모델을 구축하고 평가하는 방법을 학습합니다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74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7D8B8-6902-3E64-D3C5-D5549C77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C997D36-941E-6DB2-AD96-574E11F78A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E4CA93F-1567-75DB-40C7-68D7633BC2D6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8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B981193-70F9-E3D6-3DA7-CAF3FD83B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446397"/>
              </p:ext>
            </p:extLst>
          </p:nvPr>
        </p:nvGraphicFramePr>
        <p:xfrm>
          <a:off x="861212" y="2134908"/>
          <a:ext cx="10469575" cy="405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ChatGPT, LLM, </a:t>
                      </a:r>
                      <a:r>
                        <a:rPr lang="ko-KR" altLang="ko-KR" sz="1400" b="0" kern="1200" dirty="0" err="1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랭체인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응용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LLM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개요 및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ChatGPT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활용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LLM(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대형 언어 모델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 개념과 주요 모델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(GPT, BERT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ChatGPT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 원리와 활용 사례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API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활용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OpenAI API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를 이용한 간단한 텍스트 생성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질의응답 예제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간단한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제작 및 응용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프롬프트 엔지니어링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&amp;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고급 활용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프롬프트 설계 원칙 및 튜닝 방법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Few-shot, Zero-shot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학습 기법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다양한 프롬프트를 통해 모델 반응 비교 및 최적화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랭체인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en-US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LangChain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이용한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LLM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애플리케이션 개발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랭체인의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기본 구조와 주요 컴포넌트 소개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LLM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체인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(Chain)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구성 및 응용 예제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QA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시스템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도구 호출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(Tool Calling)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및 외부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API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연동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실습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랭체인을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활용한 종합 프로젝트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– 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예를 들어 웹 </a:t>
                      </a:r>
                      <a:r>
                        <a:rPr lang="ko-KR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크롤링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데이터와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LLM</a:t>
                      </a: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결합한 뉴스 요약 및 질의응답 시스템 개발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545618-F6B9-9993-E3FF-0EF00227630E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44250-7431-CB17-D5A8-21B9A8E827AF}"/>
              </a:ext>
            </a:extLst>
          </p:cNvPr>
          <p:cNvSpPr txBox="1"/>
          <p:nvPr/>
        </p:nvSpPr>
        <p:spPr>
          <a:xfrm>
            <a:off x="772720" y="1547952"/>
            <a:ext cx="994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최신 거대 언어 모델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(LLM)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을 이해하고 활용하는 방법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ChatGPT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의 내부 원리와 활용법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그리고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랭체인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(</a:t>
            </a:r>
            <a:r>
              <a:rPr lang="en-US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LangChain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)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프레임워크를 통한 응용 개발 기법을 학습합니다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4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67D8-CC62-3D6D-EC4F-C7C6813F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76851D-BDBB-F3ED-6B9F-B7F4ED5B6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D8D6F3B-1B3B-445F-2F6C-0F08729566F4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9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01CC12D-D842-5657-DF00-D64171DC2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71772"/>
              </p:ext>
            </p:extLst>
          </p:nvPr>
        </p:nvGraphicFramePr>
        <p:xfrm>
          <a:off x="861212" y="2072562"/>
          <a:ext cx="10469575" cy="320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1824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771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종합 프로젝트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팀 프로젝트 또는 개인 프로젝트 진행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프로젝트 주제 예시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200150" lvl="2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금융 데이터 분석 및 예측 모델 구축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+ LLM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을 통한 자동 리포트 생성</a:t>
                      </a:r>
                    </a:p>
                    <a:p>
                      <a:pPr marL="1200150" lvl="2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웹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스크래핑으로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수집한 데이터를 활용한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EDA,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머신러닝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모델링 및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ChatGPT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기반 결과 요약</a:t>
                      </a:r>
                    </a:p>
                    <a:p>
                      <a:pPr marL="1200150" lvl="2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랭체인을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활용한 다중 기능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고객 지원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질의응답 시스템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개발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전처리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분석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시각화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머신러닝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모델 구축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LLM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통합까지 전체 파이프라인 구현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최종 발표 및 코드 리뷰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피드백 세션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프로젝트 리뷰 및 심화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Q&amp;A</a:t>
                      </a:r>
                      <a:endParaRPr lang="ko-KR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각 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또는 개인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의 결과물 발표 및 토론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추가 심화 주제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예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: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모델 최적화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실시간 데이터 처리 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소개</a:t>
                      </a:r>
                    </a:p>
                    <a:p>
                      <a:pPr marL="742950" lvl="1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질의응답 및 후속 학습 자료 제공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DB0C76C-90CF-216E-55C5-0F4EE5C45786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69F46-4BF9-4D7F-C66F-59BC9E3EC05F}"/>
              </a:ext>
            </a:extLst>
          </p:cNvPr>
          <p:cNvSpPr txBox="1"/>
          <p:nvPr/>
        </p:nvSpPr>
        <p:spPr>
          <a:xfrm>
            <a:off x="772720" y="1547952"/>
            <a:ext cx="11077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이전 모듈에서 배운 모든 기술을 통합하여 실제 문제 해결에 적용하는 종합 프로젝트를 수행합니다</a:t>
            </a:r>
            <a:r>
              <a:rPr lang="en-US" altLang="ko-KR" sz="14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831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94B2D-387B-34AA-68FE-441F5E63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F573549C-2666-3B94-2383-4B300A50C20D}"/>
              </a:ext>
            </a:extLst>
          </p:cNvPr>
          <p:cNvSpPr/>
          <p:nvPr/>
        </p:nvSpPr>
        <p:spPr>
          <a:xfrm rot="18680641">
            <a:off x="10057089" y="-1187875"/>
            <a:ext cx="2249735" cy="449947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4CA3BBF-C8C0-18BF-A7B7-D747998F6D3D}"/>
              </a:ext>
            </a:extLst>
          </p:cNvPr>
          <p:cNvSpPr/>
          <p:nvPr/>
        </p:nvSpPr>
        <p:spPr>
          <a:xfrm>
            <a:off x="3659722" y="604962"/>
            <a:ext cx="93562" cy="93562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4D96781-4F20-5719-1460-686D745B6AA0}"/>
              </a:ext>
            </a:extLst>
          </p:cNvPr>
          <p:cNvCxnSpPr>
            <a:cxnSpLocks/>
          </p:cNvCxnSpPr>
          <p:nvPr/>
        </p:nvCxnSpPr>
        <p:spPr>
          <a:xfrm flipV="1">
            <a:off x="11693992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3F228ACB-F6EC-4129-4F0E-289BB46EA8BB}"/>
              </a:ext>
            </a:extLst>
          </p:cNvPr>
          <p:cNvSpPr/>
          <p:nvPr/>
        </p:nvSpPr>
        <p:spPr>
          <a:xfrm rot="5994948">
            <a:off x="2204195" y="5347060"/>
            <a:ext cx="1510940" cy="3021880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0975AF4-F598-E691-E154-91A215370B42}"/>
              </a:ext>
            </a:extLst>
          </p:cNvPr>
          <p:cNvCxnSpPr>
            <a:cxnSpLocks/>
          </p:cNvCxnSpPr>
          <p:nvPr/>
        </p:nvCxnSpPr>
        <p:spPr>
          <a:xfrm flipV="1">
            <a:off x="358334" y="2873974"/>
            <a:ext cx="0" cy="1110052"/>
          </a:xfrm>
          <a:prstGeom prst="line">
            <a:avLst/>
          </a:prstGeom>
          <a:ln w="63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oogle Shape;345;p38">
            <a:extLst>
              <a:ext uri="{FF2B5EF4-FFF2-40B4-BE49-F238E27FC236}">
                <a16:creationId xmlns:a16="http://schemas.microsoft.com/office/drawing/2014/main" id="{B3E4810E-5F44-EF3C-5BAA-F7F7C44ABCE4}"/>
              </a:ext>
            </a:extLst>
          </p:cNvPr>
          <p:cNvGrpSpPr/>
          <p:nvPr/>
        </p:nvGrpSpPr>
        <p:grpSpPr>
          <a:xfrm>
            <a:off x="336326" y="6013841"/>
            <a:ext cx="511800" cy="179077"/>
            <a:chOff x="1338692" y="539400"/>
            <a:chExt cx="511800" cy="179077"/>
          </a:xfrm>
        </p:grpSpPr>
        <p:sp>
          <p:nvSpPr>
            <p:cNvPr id="13" name="Google Shape;346;p38">
              <a:extLst>
                <a:ext uri="{FF2B5EF4-FFF2-40B4-BE49-F238E27FC236}">
                  <a16:creationId xmlns:a16="http://schemas.microsoft.com/office/drawing/2014/main" id="{C5CF1B68-F23B-CDD0-9A0E-94076CEA7A1B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47;p38">
              <a:extLst>
                <a:ext uri="{FF2B5EF4-FFF2-40B4-BE49-F238E27FC236}">
                  <a16:creationId xmlns:a16="http://schemas.microsoft.com/office/drawing/2014/main" id="{B2D33D9C-17E5-22E0-6008-A178CBE2B25D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48;p38">
            <a:extLst>
              <a:ext uri="{FF2B5EF4-FFF2-40B4-BE49-F238E27FC236}">
                <a16:creationId xmlns:a16="http://schemas.microsoft.com/office/drawing/2014/main" id="{DE471D50-4CE5-1466-048B-86A4E44813FB}"/>
              </a:ext>
            </a:extLst>
          </p:cNvPr>
          <p:cNvGrpSpPr/>
          <p:nvPr/>
        </p:nvGrpSpPr>
        <p:grpSpPr>
          <a:xfrm>
            <a:off x="7936672" y="1613458"/>
            <a:ext cx="334500" cy="334500"/>
            <a:chOff x="2542175" y="321800"/>
            <a:chExt cx="334500" cy="334500"/>
          </a:xfrm>
        </p:grpSpPr>
        <p:cxnSp>
          <p:nvCxnSpPr>
            <p:cNvPr id="16" name="Google Shape;349;p38">
              <a:extLst>
                <a:ext uri="{FF2B5EF4-FFF2-40B4-BE49-F238E27FC236}">
                  <a16:creationId xmlns:a16="http://schemas.microsoft.com/office/drawing/2014/main" id="{3AFAB8AC-74EC-7B44-2AE2-A11DAA6B6EEB}"/>
                </a:ext>
              </a:extLst>
            </p:cNvPr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0;p38">
              <a:extLst>
                <a:ext uri="{FF2B5EF4-FFF2-40B4-BE49-F238E27FC236}">
                  <a16:creationId xmlns:a16="http://schemas.microsoft.com/office/drawing/2014/main" id="{3915D2F6-A471-DDAE-8FE3-4D74DA8A3331}"/>
                </a:ext>
              </a:extLst>
            </p:cNvPr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1;p38">
              <a:extLst>
                <a:ext uri="{FF2B5EF4-FFF2-40B4-BE49-F238E27FC236}">
                  <a16:creationId xmlns:a16="http://schemas.microsoft.com/office/drawing/2014/main" id="{72D218A0-EEFB-10EE-880B-3A90EC66E91C}"/>
                </a:ext>
              </a:extLst>
            </p:cNvPr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52;p38">
              <a:extLst>
                <a:ext uri="{FF2B5EF4-FFF2-40B4-BE49-F238E27FC236}">
                  <a16:creationId xmlns:a16="http://schemas.microsoft.com/office/drawing/2014/main" id="{CD40F93F-C97E-E54B-1B1D-F316EBC1E695}"/>
                </a:ext>
              </a:extLst>
            </p:cNvPr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53;p38">
              <a:extLst>
                <a:ext uri="{FF2B5EF4-FFF2-40B4-BE49-F238E27FC236}">
                  <a16:creationId xmlns:a16="http://schemas.microsoft.com/office/drawing/2014/main" id="{460B11E6-1B1B-EBA9-5E4F-7E461712950C}"/>
                </a:ext>
              </a:extLst>
            </p:cNvPr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54;p38">
              <a:extLst>
                <a:ext uri="{FF2B5EF4-FFF2-40B4-BE49-F238E27FC236}">
                  <a16:creationId xmlns:a16="http://schemas.microsoft.com/office/drawing/2014/main" id="{329FE561-8043-2988-5C85-CB7B64355749}"/>
                </a:ext>
              </a:extLst>
            </p:cNvPr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55;p38">
              <a:extLst>
                <a:ext uri="{FF2B5EF4-FFF2-40B4-BE49-F238E27FC236}">
                  <a16:creationId xmlns:a16="http://schemas.microsoft.com/office/drawing/2014/main" id="{19543726-624C-A144-40A2-E53C0D8E8A7E}"/>
                </a:ext>
              </a:extLst>
            </p:cNvPr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56;p38">
              <a:extLst>
                <a:ext uri="{FF2B5EF4-FFF2-40B4-BE49-F238E27FC236}">
                  <a16:creationId xmlns:a16="http://schemas.microsoft.com/office/drawing/2014/main" id="{8002E227-EC94-74CF-AF8B-E0D9BA792BF8}"/>
                </a:ext>
              </a:extLst>
            </p:cNvPr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357;p38">
              <a:extLst>
                <a:ext uri="{FF2B5EF4-FFF2-40B4-BE49-F238E27FC236}">
                  <a16:creationId xmlns:a16="http://schemas.microsoft.com/office/drawing/2014/main" id="{192C4287-B955-F370-0070-4080294C201B}"/>
                </a:ext>
              </a:extLst>
            </p:cNvPr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358;p38">
              <a:extLst>
                <a:ext uri="{FF2B5EF4-FFF2-40B4-BE49-F238E27FC236}">
                  <a16:creationId xmlns:a16="http://schemas.microsoft.com/office/drawing/2014/main" id="{A18F40E8-912A-7CAA-1A60-17148516FE9A}"/>
                </a:ext>
              </a:extLst>
            </p:cNvPr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359;p38">
              <a:extLst>
                <a:ext uri="{FF2B5EF4-FFF2-40B4-BE49-F238E27FC236}">
                  <a16:creationId xmlns:a16="http://schemas.microsoft.com/office/drawing/2014/main" id="{184D04CC-901B-EAC6-0DC6-FEC16EBCA66D}"/>
                </a:ext>
              </a:extLst>
            </p:cNvPr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360;p38">
              <a:extLst>
                <a:ext uri="{FF2B5EF4-FFF2-40B4-BE49-F238E27FC236}">
                  <a16:creationId xmlns:a16="http://schemas.microsoft.com/office/drawing/2014/main" id="{373C84A5-8CEF-598D-571E-20FC89CEF499}"/>
                </a:ext>
              </a:extLst>
            </p:cNvPr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361;p38">
            <a:extLst>
              <a:ext uri="{FF2B5EF4-FFF2-40B4-BE49-F238E27FC236}">
                <a16:creationId xmlns:a16="http://schemas.microsoft.com/office/drawing/2014/main" id="{AF9F076E-B201-5906-CED0-105D82E56ED9}"/>
              </a:ext>
            </a:extLst>
          </p:cNvPr>
          <p:cNvGrpSpPr/>
          <p:nvPr/>
        </p:nvGrpSpPr>
        <p:grpSpPr>
          <a:xfrm>
            <a:off x="8951577" y="230985"/>
            <a:ext cx="505200" cy="363600"/>
            <a:chOff x="2055551" y="474366"/>
            <a:chExt cx="505200" cy="363600"/>
          </a:xfrm>
        </p:grpSpPr>
        <p:sp>
          <p:nvSpPr>
            <p:cNvPr id="29" name="Google Shape;362;p38">
              <a:extLst>
                <a:ext uri="{FF2B5EF4-FFF2-40B4-BE49-F238E27FC236}">
                  <a16:creationId xmlns:a16="http://schemas.microsoft.com/office/drawing/2014/main" id="{0079ABE8-4927-0A86-14CF-544BAD8764E7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63;p38">
              <a:extLst>
                <a:ext uri="{FF2B5EF4-FFF2-40B4-BE49-F238E27FC236}">
                  <a16:creationId xmlns:a16="http://schemas.microsoft.com/office/drawing/2014/main" id="{E86EE200-4406-165C-CA46-96F451F3E65D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45;p38">
            <a:extLst>
              <a:ext uri="{FF2B5EF4-FFF2-40B4-BE49-F238E27FC236}">
                <a16:creationId xmlns:a16="http://schemas.microsoft.com/office/drawing/2014/main" id="{F583EB88-F086-2DA7-844B-A9B03C29F2B8}"/>
              </a:ext>
            </a:extLst>
          </p:cNvPr>
          <p:cNvGrpSpPr/>
          <p:nvPr/>
        </p:nvGrpSpPr>
        <p:grpSpPr>
          <a:xfrm>
            <a:off x="1007849" y="775842"/>
            <a:ext cx="511800" cy="179077"/>
            <a:chOff x="1338692" y="539400"/>
            <a:chExt cx="511800" cy="179077"/>
          </a:xfrm>
        </p:grpSpPr>
        <p:sp>
          <p:nvSpPr>
            <p:cNvPr id="32" name="Google Shape;346;p38">
              <a:extLst>
                <a:ext uri="{FF2B5EF4-FFF2-40B4-BE49-F238E27FC236}">
                  <a16:creationId xmlns:a16="http://schemas.microsoft.com/office/drawing/2014/main" id="{4CFCE424-3D4C-0020-D5E5-C56DDB76BFA3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47;p38">
              <a:extLst>
                <a:ext uri="{FF2B5EF4-FFF2-40B4-BE49-F238E27FC236}">
                  <a16:creationId xmlns:a16="http://schemas.microsoft.com/office/drawing/2014/main" id="{70EA72F1-8964-A1F8-9AB8-E8BAA362F7BC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5;p38">
            <a:extLst>
              <a:ext uri="{FF2B5EF4-FFF2-40B4-BE49-F238E27FC236}">
                <a16:creationId xmlns:a16="http://schemas.microsoft.com/office/drawing/2014/main" id="{FF6B6BD3-C211-9CC1-0180-8421F25658E7}"/>
              </a:ext>
            </a:extLst>
          </p:cNvPr>
          <p:cNvGrpSpPr/>
          <p:nvPr/>
        </p:nvGrpSpPr>
        <p:grpSpPr>
          <a:xfrm>
            <a:off x="10586303" y="3983770"/>
            <a:ext cx="511800" cy="179077"/>
            <a:chOff x="1338692" y="539400"/>
            <a:chExt cx="511800" cy="179077"/>
          </a:xfrm>
        </p:grpSpPr>
        <p:sp>
          <p:nvSpPr>
            <p:cNvPr id="35" name="Google Shape;346;p38">
              <a:extLst>
                <a:ext uri="{FF2B5EF4-FFF2-40B4-BE49-F238E27FC236}">
                  <a16:creationId xmlns:a16="http://schemas.microsoft.com/office/drawing/2014/main" id="{730D3366-28BF-EC29-52AF-3785C561E7B0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47;p38">
              <a:extLst>
                <a:ext uri="{FF2B5EF4-FFF2-40B4-BE49-F238E27FC236}">
                  <a16:creationId xmlns:a16="http://schemas.microsoft.com/office/drawing/2014/main" id="{62165A54-49F9-5FCD-0FEC-904041669468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45;p38">
            <a:extLst>
              <a:ext uri="{FF2B5EF4-FFF2-40B4-BE49-F238E27FC236}">
                <a16:creationId xmlns:a16="http://schemas.microsoft.com/office/drawing/2014/main" id="{6C8D6AF2-EAE8-3F56-ED66-426CB09718DC}"/>
              </a:ext>
            </a:extLst>
          </p:cNvPr>
          <p:cNvGrpSpPr/>
          <p:nvPr/>
        </p:nvGrpSpPr>
        <p:grpSpPr>
          <a:xfrm>
            <a:off x="1119484" y="4672463"/>
            <a:ext cx="511800" cy="179077"/>
            <a:chOff x="1338692" y="539400"/>
            <a:chExt cx="511800" cy="179077"/>
          </a:xfrm>
        </p:grpSpPr>
        <p:sp>
          <p:nvSpPr>
            <p:cNvPr id="38" name="Google Shape;346;p38">
              <a:extLst>
                <a:ext uri="{FF2B5EF4-FFF2-40B4-BE49-F238E27FC236}">
                  <a16:creationId xmlns:a16="http://schemas.microsoft.com/office/drawing/2014/main" id="{799D7C40-E35C-F682-BE84-301BA88B4C0C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47;p38">
              <a:extLst>
                <a:ext uri="{FF2B5EF4-FFF2-40B4-BE49-F238E27FC236}">
                  <a16:creationId xmlns:a16="http://schemas.microsoft.com/office/drawing/2014/main" id="{0528D9F9-8649-DEAC-67E1-8136B96A4103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345;p38">
            <a:extLst>
              <a:ext uri="{FF2B5EF4-FFF2-40B4-BE49-F238E27FC236}">
                <a16:creationId xmlns:a16="http://schemas.microsoft.com/office/drawing/2014/main" id="{521430E7-CC83-E01A-D7D0-09A5C0DCD010}"/>
              </a:ext>
            </a:extLst>
          </p:cNvPr>
          <p:cNvGrpSpPr/>
          <p:nvPr/>
        </p:nvGrpSpPr>
        <p:grpSpPr>
          <a:xfrm>
            <a:off x="1119484" y="4546375"/>
            <a:ext cx="511800" cy="179077"/>
            <a:chOff x="1338692" y="539400"/>
            <a:chExt cx="511800" cy="179077"/>
          </a:xfrm>
        </p:grpSpPr>
        <p:sp>
          <p:nvSpPr>
            <p:cNvPr id="41" name="Google Shape;346;p38">
              <a:extLst>
                <a:ext uri="{FF2B5EF4-FFF2-40B4-BE49-F238E27FC236}">
                  <a16:creationId xmlns:a16="http://schemas.microsoft.com/office/drawing/2014/main" id="{8F49962A-46A9-71FB-C011-ECC616693719}"/>
                </a:ext>
              </a:extLst>
            </p:cNvPr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47;p38">
              <a:extLst>
                <a:ext uri="{FF2B5EF4-FFF2-40B4-BE49-F238E27FC236}">
                  <a16:creationId xmlns:a16="http://schemas.microsoft.com/office/drawing/2014/main" id="{ED98D6E2-9F2B-32B2-544B-FD2B4FFB8FB2}"/>
                </a:ext>
              </a:extLst>
            </p:cNvPr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361;p38">
            <a:extLst>
              <a:ext uri="{FF2B5EF4-FFF2-40B4-BE49-F238E27FC236}">
                <a16:creationId xmlns:a16="http://schemas.microsoft.com/office/drawing/2014/main" id="{B6C3E610-A14D-AB36-45B2-C97527FFE127}"/>
              </a:ext>
            </a:extLst>
          </p:cNvPr>
          <p:cNvGrpSpPr/>
          <p:nvPr/>
        </p:nvGrpSpPr>
        <p:grpSpPr>
          <a:xfrm>
            <a:off x="9345059" y="5327991"/>
            <a:ext cx="505200" cy="363600"/>
            <a:chOff x="2055551" y="474366"/>
            <a:chExt cx="505200" cy="363600"/>
          </a:xfrm>
        </p:grpSpPr>
        <p:sp>
          <p:nvSpPr>
            <p:cNvPr id="44" name="Google Shape;362;p38">
              <a:extLst>
                <a:ext uri="{FF2B5EF4-FFF2-40B4-BE49-F238E27FC236}">
                  <a16:creationId xmlns:a16="http://schemas.microsoft.com/office/drawing/2014/main" id="{DF08B94D-6009-C8C9-A8B3-62301B8040FF}"/>
                </a:ext>
              </a:extLst>
            </p:cNvPr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3;p38">
              <a:extLst>
                <a:ext uri="{FF2B5EF4-FFF2-40B4-BE49-F238E27FC236}">
                  <a16:creationId xmlns:a16="http://schemas.microsoft.com/office/drawing/2014/main" id="{2303C7CB-3167-047C-BE7F-96B4BF85261B}"/>
                </a:ext>
              </a:extLst>
            </p:cNvPr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bg1">
                  <a:alpha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8B2F5923-9E51-F8DA-08CD-3358A7F07D8F}"/>
              </a:ext>
            </a:extLst>
          </p:cNvPr>
          <p:cNvSpPr/>
          <p:nvPr/>
        </p:nvSpPr>
        <p:spPr>
          <a:xfrm rot="11185449">
            <a:off x="-395990" y="-571965"/>
            <a:ext cx="1464633" cy="2929266"/>
          </a:xfrm>
          <a:custGeom>
            <a:avLst/>
            <a:gdLst>
              <a:gd name="connsiteX0" fmla="*/ 354648 w 354648"/>
              <a:gd name="connsiteY0" fmla="*/ 0 h 709296"/>
              <a:gd name="connsiteX1" fmla="*/ 354648 w 354648"/>
              <a:gd name="connsiteY1" fmla="*/ 132995 h 709296"/>
              <a:gd name="connsiteX2" fmla="*/ 268371 w 354648"/>
              <a:gd name="connsiteY2" fmla="*/ 150414 h 709296"/>
              <a:gd name="connsiteX3" fmla="*/ 132995 w 354648"/>
              <a:gd name="connsiteY3" fmla="*/ 354649 h 709296"/>
              <a:gd name="connsiteX4" fmla="*/ 268371 w 354648"/>
              <a:gd name="connsiteY4" fmla="*/ 558885 h 709296"/>
              <a:gd name="connsiteX5" fmla="*/ 354648 w 354648"/>
              <a:gd name="connsiteY5" fmla="*/ 576303 h 709296"/>
              <a:gd name="connsiteX6" fmla="*/ 354648 w 354648"/>
              <a:gd name="connsiteY6" fmla="*/ 709296 h 709296"/>
              <a:gd name="connsiteX7" fmla="*/ 0 w 354648"/>
              <a:gd name="connsiteY7" fmla="*/ 354648 h 709296"/>
              <a:gd name="connsiteX8" fmla="*/ 354648 w 354648"/>
              <a:gd name="connsiteY8" fmla="*/ 0 h 7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648" h="709296">
                <a:moveTo>
                  <a:pt x="354648" y="0"/>
                </a:moveTo>
                <a:lnTo>
                  <a:pt x="354648" y="132995"/>
                </a:lnTo>
                <a:lnTo>
                  <a:pt x="268371" y="150414"/>
                </a:lnTo>
                <a:cubicBezTo>
                  <a:pt x="188816" y="184063"/>
                  <a:pt x="132995" y="262837"/>
                  <a:pt x="132995" y="354649"/>
                </a:cubicBezTo>
                <a:cubicBezTo>
                  <a:pt x="132995" y="446462"/>
                  <a:pt x="188816" y="525236"/>
                  <a:pt x="268371" y="558885"/>
                </a:cubicBezTo>
                <a:lnTo>
                  <a:pt x="354648" y="576303"/>
                </a:lnTo>
                <a:lnTo>
                  <a:pt x="354648" y="709296"/>
                </a:lnTo>
                <a:cubicBezTo>
                  <a:pt x="158781" y="709296"/>
                  <a:pt x="0" y="550515"/>
                  <a:pt x="0" y="354648"/>
                </a:cubicBezTo>
                <a:cubicBezTo>
                  <a:pt x="0" y="158781"/>
                  <a:pt x="158781" y="0"/>
                  <a:pt x="354648" y="0"/>
                </a:cubicBezTo>
                <a:close/>
              </a:path>
            </a:pathLst>
          </a:cu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4026ED0-6783-A58F-0977-A0DB2C21127D}"/>
              </a:ext>
            </a:extLst>
          </p:cNvPr>
          <p:cNvSpPr/>
          <p:nvPr/>
        </p:nvSpPr>
        <p:spPr>
          <a:xfrm>
            <a:off x="2244251" y="5414931"/>
            <a:ext cx="187124" cy="187124"/>
          </a:xfrm>
          <a:prstGeom prst="ellipse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238DA-4CB3-5041-B16C-4144F372C139}"/>
              </a:ext>
            </a:extLst>
          </p:cNvPr>
          <p:cNvSpPr txBox="1"/>
          <p:nvPr/>
        </p:nvSpPr>
        <p:spPr>
          <a:xfrm>
            <a:off x="1191126" y="3056584"/>
            <a:ext cx="99069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2) </a:t>
            </a:r>
            <a:r>
              <a:rPr lang="ko-KR" altLang="en-US" sz="4400" spc="-100" dirty="0" err="1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일잘러를</a:t>
            </a:r>
            <a:r>
              <a:rPr lang="ko-KR" altLang="en-US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위한 실무 엑셀 데이터 분석</a:t>
            </a:r>
            <a:endParaRPr lang="en-US" altLang="ko-KR" sz="4400" spc="-1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algn="ctr"/>
            <a:r>
              <a:rPr lang="en-US" altLang="ko-KR" sz="4400" spc="-1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(24H)</a:t>
            </a:r>
          </a:p>
        </p:txBody>
      </p:sp>
    </p:spTree>
    <p:extLst>
      <p:ext uri="{BB962C8B-B14F-4D97-AF65-F5344CB8AC3E}">
        <p14:creationId xmlns:p14="http://schemas.microsoft.com/office/powerpoint/2010/main" val="2184803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D0A1305-745E-B23E-59A3-E5F06112D8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2AF1009-2ACA-65BF-F28E-692D37AFE989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11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AD4B86C-5EBB-2B45-5851-DD68563696AC}"/>
              </a:ext>
            </a:extLst>
          </p:cNvPr>
          <p:cNvGraphicFramePr>
            <a:graphicFrameLocks noGrp="1"/>
          </p:cNvGraphicFramePr>
          <p:nvPr/>
        </p:nvGraphicFramePr>
        <p:xfrm>
          <a:off x="861212" y="2072562"/>
          <a:ext cx="10469575" cy="40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환경설정과 테이블 이해하기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빠른 업무를 위한 환경 설정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형식과 테이블 구조 이해하기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셀 서식 마스터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빠른 채우기와 빠른 분석으로 효과적인 업무 처리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데이터 </a:t>
                      </a: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전처리</a:t>
                      </a:r>
                      <a:endParaRPr lang="ko-KR" altLang="en-US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텍스트 나누기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빠른 채우기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빈 셀과 병합 셀 처리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웹 데이터 서식 정리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이동 옵션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바꾸기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채우기 기법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6692893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79388" indent="-142875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부분합으로 데이터 분석하기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SUBTOTAL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함수로 부분합 계산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항목별 구성 비율 계산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엑셀 표 사용과 </a:t>
                      </a: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슬라이서로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데이터 필터링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6129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혼합주소 계산식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혼합주소를 이용한 분기별 목표 </a:t>
                      </a: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달성률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계산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COUNTIF,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SUMIF,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COUNTIFS,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SUMIFS,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중첩함수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연도별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월별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일별 데이터 함수로 집계내기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9492875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C802FA-E2FC-6245-3390-3E03A2EC73E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일잘러를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위한 실무 엑셀 데이터 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47EF1-83C6-F632-A3F5-CB883C05D216}"/>
              </a:ext>
            </a:extLst>
          </p:cNvPr>
          <p:cNvSpPr txBox="1"/>
          <p:nvPr/>
        </p:nvSpPr>
        <p:spPr>
          <a:xfrm>
            <a:off x="959376" y="1449853"/>
            <a:ext cx="10101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강의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엑셀의 핵심 기능과 데이터 분석 기법을 익혀 실무에서 빠르고 정확한 데이터 처리 및 의사결정 지원 역량을 갖춥니다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  <a:endParaRPr lang="en-US" altLang="ko-KR" sz="1400" dirty="0">
              <a:highlight>
                <a:srgbClr val="FFFF00"/>
              </a:highlight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94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F90D-62AE-B310-38C4-F30CDE71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DD1F68-948C-A215-F2AA-6129ACAF3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1FEB74A-D189-7E6E-7D6E-34223115F01D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12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5E48247-9B4C-9A7F-DC1C-8E8CC332C216}"/>
              </a:ext>
            </a:extLst>
          </p:cNvPr>
          <p:cNvGraphicFramePr>
            <a:graphicFrameLocks noGrp="1"/>
          </p:cNvGraphicFramePr>
          <p:nvPr/>
        </p:nvGraphicFramePr>
        <p:xfrm>
          <a:off x="861212" y="2072562"/>
          <a:ext cx="10469575" cy="40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79388" indent="-14400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날짜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시간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입력과 계산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업무에 활용하는 날짜 함수와 날짜 계산식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시간데이터 계산법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경우에 따라 다른 결과를 설정하는 논리함수식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42875" indent="-28575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참조함수로 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142875" indent="-28575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다른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위치 데이터 조회하기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VLOOKUP, IFERROR, MATCH, INDEX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함수로 조회하기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규칙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불규칙한 구간별로 데이터 분류하여 조회하기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데이터 추이 분석과  </a:t>
                      </a: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스파크라인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적용법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6692893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indent="-14400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복잡한 고급 참조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VLOOKUP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으로 조회 안되는 데이터 조회하기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(ROW, IF, INDEX, MATCH)</a:t>
                      </a: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고급필터로 조건을 만족하는 여러 데이터 추출하기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6129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indent="-14400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기초 매크로 활용법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고급 필터링을 위한 기초 매크로 기록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생성형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를 활용한 매크로 코드 작성과 적용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반복작업을 처리하는 매크로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9492875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D31F172-FE5A-1DB2-FADE-EF3C08B3C2D6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일잘러를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위한 실무 엑셀 데이터 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1DAB6-622B-386E-6342-1102CFCB7DEE}"/>
              </a:ext>
            </a:extLst>
          </p:cNvPr>
          <p:cNvSpPr txBox="1"/>
          <p:nvPr/>
        </p:nvSpPr>
        <p:spPr>
          <a:xfrm>
            <a:off x="959376" y="1449853"/>
            <a:ext cx="10101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강의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엑셀의 핵심 기능과 데이터 분석 기법을 익혀 실무에서 빠르고 정확한 데이터 처리 및 의사결정 지원 역량을 갖춥니다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  <a:endParaRPr lang="en-US" altLang="ko-KR" sz="1400" dirty="0">
              <a:highlight>
                <a:srgbClr val="FFFF00"/>
              </a:highlight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05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3769-877E-A0FB-5D4B-41C04EB9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067296E-8030-0F39-F13B-602D17737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FA28D22-B425-3BD4-8F07-A5403F28FC59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13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F1B558F-E015-2566-188B-2F877D4E4543}"/>
              </a:ext>
            </a:extLst>
          </p:cNvPr>
          <p:cNvGraphicFramePr>
            <a:graphicFrameLocks noGrp="1"/>
          </p:cNvGraphicFramePr>
          <p:nvPr/>
        </p:nvGraphicFramePr>
        <p:xfrm>
          <a:off x="861212" y="2072562"/>
          <a:ext cx="10469575" cy="40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42875" indent="-28575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파워쿼리로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파일 통합과 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142875" indent="-285750" algn="ctr" fontAlgn="ctr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자동업데이트</a:t>
                      </a:r>
                      <a:endParaRPr lang="ko-KR" altLang="en-US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파워쿼리로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웹 데이터 수집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파일 통합과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자동업데이트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indent="-179388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파워쿼리를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활용한 데이터 정규화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42875" indent="-28575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의사결정을 위한 </a:t>
                      </a: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최적값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찾기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불규칙한 매출 추이 분석을 위한 </a:t>
                      </a:r>
                      <a:r>
                        <a:rPr lang="en-US" altLang="ko-KR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z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차트 작성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가상분석 기법으로 의사결정을 위한 </a:t>
                      </a:r>
                      <a:r>
                        <a:rPr lang="ko-KR" altLang="en-US" sz="14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최적값</a:t>
                      </a: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계산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단순 회귀분석으로 향후 데이터 예측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6692893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42875" indent="-28575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피벗테이블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연도별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월별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항목별 데이터 요약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집계내기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업무현황 반영하는 반응형 시각화 보고서 작성법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6129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marL="142875" indent="-28575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금융데이터를 활용한 </a:t>
                      </a:r>
                      <a:endParaRPr lang="en-US" altLang="ko-KR" sz="14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142875" indent="-28575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4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데이터 분석과 시각화</a:t>
                      </a:r>
                    </a:p>
                  </a:txBody>
                  <a:tcPr marL="112542" marR="112542" marT="56271" marB="5627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파워쿼리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슬라이서</a:t>
                      </a:r>
                      <a:r>
                        <a:rPr lang="en-US" altLang="ko-KR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피벗테이블을 활용한 데이터 분석과 시각화</a:t>
                      </a:r>
                      <a:endParaRPr lang="en-US" altLang="ko-KR" sz="14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</a:txBody>
                  <a:tcPr marL="112542" marR="112542" marT="56271" marB="562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2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9492875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2F9856B-865F-52B4-BDE0-E6EE0B6D5602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일잘러를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위한 실무 엑셀 데이터 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94487-FFAC-EC02-B3B1-2FF889062CBD}"/>
              </a:ext>
            </a:extLst>
          </p:cNvPr>
          <p:cNvSpPr txBox="1"/>
          <p:nvPr/>
        </p:nvSpPr>
        <p:spPr>
          <a:xfrm>
            <a:off x="959376" y="1449853"/>
            <a:ext cx="10101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강의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엑셀의 핵심 기능과 데이터 분석 기법을 익혀 실무에서 빠르고 정확한 데이터 처리 및 의사결정 지원 역량을 갖춥니다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  <a:endParaRPr lang="en-US" altLang="ko-KR" sz="1400" dirty="0">
              <a:highlight>
                <a:srgbClr val="FFFF00"/>
              </a:highlight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09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</TotalTime>
  <Words>1348</Words>
  <Application>Microsoft Office PowerPoint</Application>
  <PresentationFormat>와이드스크린</PresentationFormat>
  <Paragraphs>238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에스코어 드림 3 Light</vt:lpstr>
      <vt:lpstr>에스코어 드림 8 Heavy</vt:lpstr>
      <vt:lpstr>에스코어 드림 6 Bold</vt:lpstr>
      <vt:lpstr>Arial</vt:lpstr>
      <vt:lpstr>에스코어 드림 4 Regular</vt:lpstr>
      <vt:lpstr>에스코어 드림 5 Medium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 원화</dc:creator>
  <cp:lastModifiedBy>이승규</cp:lastModifiedBy>
  <cp:revision>77</cp:revision>
  <cp:lastPrinted>2022-07-27T04:13:37Z</cp:lastPrinted>
  <dcterms:created xsi:type="dcterms:W3CDTF">2022-07-15T04:25:47Z</dcterms:created>
  <dcterms:modified xsi:type="dcterms:W3CDTF">2026-02-10T06:17:32Z</dcterms:modified>
</cp:coreProperties>
</file>