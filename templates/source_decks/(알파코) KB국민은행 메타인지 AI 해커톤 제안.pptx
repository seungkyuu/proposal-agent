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2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6" r:id="rId21"/>
    <p:sldId id="277" r:id="rId22"/>
    <p:sldId id="278" r:id="rId23"/>
    <p:sldId id="279" r:id="rId24"/>
    <p:sldId id="282" r:id="rId25"/>
  </p:sldIdLst>
  <p:sldSz cx="9144000" cy="5143500" type="screen16x9"/>
  <p:notesSz cx="9144000" cy="51435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68606" autoAdjust="0"/>
  </p:normalViewPr>
  <p:slideViewPr>
    <p:cSldViewPr>
      <p:cViewPr varScale="1">
        <p:scale>
          <a:sx n="100" d="100"/>
          <a:sy n="100" d="100"/>
        </p:scale>
        <p:origin x="1914" y="78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2571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2571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AD9ADCC-0E84-413C-8CA6-53E17A43CEB3}" type="datetimeFigureOut">
              <a:rPr lang="ko-KR" altLang="en-US" smtClean="0"/>
              <a:t>2025-12-17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3028950" y="642938"/>
            <a:ext cx="3086100" cy="17367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914400" y="2474913"/>
            <a:ext cx="7315200" cy="20256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4886325"/>
            <a:ext cx="3962400" cy="2571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5180013" y="4886325"/>
            <a:ext cx="3962400" cy="2571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43F4E19-7D97-4E7C-ACF8-F398781D0E0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1523509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43F4E19-7D97-4E7C-ACF8-F398781D0E00}" type="slidenum">
              <a:rPr lang="ko-KR" altLang="en-US" smtClean="0"/>
              <a:t>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6615923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43F4E19-7D97-4E7C-ACF8-F398781D0E00}" type="slidenum">
              <a:rPr lang="ko-KR" altLang="en-US" smtClean="0"/>
              <a:t>10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908337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43F4E19-7D97-4E7C-ACF8-F398781D0E00}" type="slidenum">
              <a:rPr lang="ko-KR" altLang="en-US" smtClean="0"/>
              <a:t>11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2831778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43F4E19-7D97-4E7C-ACF8-F398781D0E00}" type="slidenum">
              <a:rPr lang="ko-KR" altLang="en-US" smtClean="0"/>
              <a:t>12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2529421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43F4E19-7D97-4E7C-ACF8-F398781D0E00}" type="slidenum">
              <a:rPr lang="ko-KR" altLang="en-US" smtClean="0"/>
              <a:t>13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8236616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43F4E19-7D97-4E7C-ACF8-F398781D0E00}" type="slidenum">
              <a:rPr lang="ko-KR" altLang="en-US" smtClean="0"/>
              <a:t>14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5506211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4.png"/><Relationship Id="rId18" Type="http://schemas.openxmlformats.org/officeDocument/2006/relationships/image" Target="../media/image19.png"/><Relationship Id="rId26" Type="http://schemas.openxmlformats.org/officeDocument/2006/relationships/image" Target="../media/image27.png"/><Relationship Id="rId39" Type="http://schemas.openxmlformats.org/officeDocument/2006/relationships/image" Target="../media/image40.png"/><Relationship Id="rId21" Type="http://schemas.openxmlformats.org/officeDocument/2006/relationships/image" Target="../media/image22.png"/><Relationship Id="rId34" Type="http://schemas.openxmlformats.org/officeDocument/2006/relationships/image" Target="../media/image35.png"/><Relationship Id="rId42" Type="http://schemas.openxmlformats.org/officeDocument/2006/relationships/image" Target="../media/image43.png"/><Relationship Id="rId47" Type="http://schemas.openxmlformats.org/officeDocument/2006/relationships/image" Target="../media/image48.png"/><Relationship Id="rId50" Type="http://schemas.openxmlformats.org/officeDocument/2006/relationships/image" Target="../media/image51.png"/><Relationship Id="rId55" Type="http://schemas.openxmlformats.org/officeDocument/2006/relationships/image" Target="../media/image56.png"/><Relationship Id="rId7" Type="http://schemas.openxmlformats.org/officeDocument/2006/relationships/image" Target="../media/image8.png"/><Relationship Id="rId2" Type="http://schemas.openxmlformats.org/officeDocument/2006/relationships/image" Target="../media/image1.png"/><Relationship Id="rId16" Type="http://schemas.openxmlformats.org/officeDocument/2006/relationships/image" Target="../media/image17.png"/><Relationship Id="rId29" Type="http://schemas.openxmlformats.org/officeDocument/2006/relationships/image" Target="../media/image30.png"/><Relationship Id="rId11" Type="http://schemas.openxmlformats.org/officeDocument/2006/relationships/image" Target="../media/image12.png"/><Relationship Id="rId24" Type="http://schemas.openxmlformats.org/officeDocument/2006/relationships/image" Target="../media/image25.png"/><Relationship Id="rId32" Type="http://schemas.openxmlformats.org/officeDocument/2006/relationships/image" Target="../media/image33.png"/><Relationship Id="rId37" Type="http://schemas.openxmlformats.org/officeDocument/2006/relationships/image" Target="../media/image38.png"/><Relationship Id="rId40" Type="http://schemas.openxmlformats.org/officeDocument/2006/relationships/image" Target="../media/image41.png"/><Relationship Id="rId45" Type="http://schemas.openxmlformats.org/officeDocument/2006/relationships/image" Target="../media/image46.png"/><Relationship Id="rId53" Type="http://schemas.openxmlformats.org/officeDocument/2006/relationships/image" Target="../media/image54.png"/><Relationship Id="rId5" Type="http://schemas.openxmlformats.org/officeDocument/2006/relationships/image" Target="../media/image6.png"/><Relationship Id="rId10" Type="http://schemas.openxmlformats.org/officeDocument/2006/relationships/image" Target="../media/image11.png"/><Relationship Id="rId19" Type="http://schemas.openxmlformats.org/officeDocument/2006/relationships/image" Target="../media/image20.png"/><Relationship Id="rId31" Type="http://schemas.openxmlformats.org/officeDocument/2006/relationships/image" Target="../media/image32.png"/><Relationship Id="rId44" Type="http://schemas.openxmlformats.org/officeDocument/2006/relationships/image" Target="../media/image45.png"/><Relationship Id="rId52" Type="http://schemas.openxmlformats.org/officeDocument/2006/relationships/image" Target="../media/image53.png"/><Relationship Id="rId4" Type="http://schemas.openxmlformats.org/officeDocument/2006/relationships/image" Target="../media/image5.png"/><Relationship Id="rId9" Type="http://schemas.openxmlformats.org/officeDocument/2006/relationships/image" Target="../media/image10.png"/><Relationship Id="rId14" Type="http://schemas.openxmlformats.org/officeDocument/2006/relationships/image" Target="../media/image15.png"/><Relationship Id="rId22" Type="http://schemas.openxmlformats.org/officeDocument/2006/relationships/image" Target="../media/image23.png"/><Relationship Id="rId27" Type="http://schemas.openxmlformats.org/officeDocument/2006/relationships/image" Target="../media/image28.png"/><Relationship Id="rId30" Type="http://schemas.openxmlformats.org/officeDocument/2006/relationships/image" Target="../media/image31.png"/><Relationship Id="rId35" Type="http://schemas.openxmlformats.org/officeDocument/2006/relationships/image" Target="../media/image36.png"/><Relationship Id="rId43" Type="http://schemas.openxmlformats.org/officeDocument/2006/relationships/image" Target="../media/image44.png"/><Relationship Id="rId48" Type="http://schemas.openxmlformats.org/officeDocument/2006/relationships/image" Target="../media/image49.png"/><Relationship Id="rId8" Type="http://schemas.openxmlformats.org/officeDocument/2006/relationships/image" Target="../media/image9.png"/><Relationship Id="rId51" Type="http://schemas.openxmlformats.org/officeDocument/2006/relationships/image" Target="../media/image52.png"/><Relationship Id="rId3" Type="http://schemas.openxmlformats.org/officeDocument/2006/relationships/image" Target="../media/image4.png"/><Relationship Id="rId12" Type="http://schemas.openxmlformats.org/officeDocument/2006/relationships/image" Target="../media/image13.png"/><Relationship Id="rId17" Type="http://schemas.openxmlformats.org/officeDocument/2006/relationships/image" Target="../media/image18.png"/><Relationship Id="rId25" Type="http://schemas.openxmlformats.org/officeDocument/2006/relationships/image" Target="../media/image26.png"/><Relationship Id="rId33" Type="http://schemas.openxmlformats.org/officeDocument/2006/relationships/image" Target="../media/image34.png"/><Relationship Id="rId38" Type="http://schemas.openxmlformats.org/officeDocument/2006/relationships/image" Target="../media/image39.png"/><Relationship Id="rId46" Type="http://schemas.openxmlformats.org/officeDocument/2006/relationships/image" Target="../media/image47.png"/><Relationship Id="rId20" Type="http://schemas.openxmlformats.org/officeDocument/2006/relationships/image" Target="../media/image21.png"/><Relationship Id="rId41" Type="http://schemas.openxmlformats.org/officeDocument/2006/relationships/image" Target="../media/image42.png"/><Relationship Id="rId54" Type="http://schemas.openxmlformats.org/officeDocument/2006/relationships/image" Target="../media/image55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7.png"/><Relationship Id="rId15" Type="http://schemas.openxmlformats.org/officeDocument/2006/relationships/image" Target="../media/image16.png"/><Relationship Id="rId23" Type="http://schemas.openxmlformats.org/officeDocument/2006/relationships/image" Target="../media/image24.png"/><Relationship Id="rId28" Type="http://schemas.openxmlformats.org/officeDocument/2006/relationships/image" Target="../media/image29.png"/><Relationship Id="rId36" Type="http://schemas.openxmlformats.org/officeDocument/2006/relationships/image" Target="../media/image37.png"/><Relationship Id="rId49" Type="http://schemas.openxmlformats.org/officeDocument/2006/relationships/image" Target="../media/image50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105092" y="94868"/>
            <a:ext cx="5562600" cy="33845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000" b="1" i="0" u="sng">
                <a:solidFill>
                  <a:schemeClr val="bg1"/>
                </a:solidFill>
                <a:latin typeface="Malgun Gothic"/>
                <a:cs typeface="Malgun Gothic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371600" y="2880360"/>
            <a:ext cx="6400800" cy="12858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400" b="1" i="0" u="sng">
                <a:solidFill>
                  <a:schemeClr val="bg1"/>
                </a:solidFill>
                <a:latin typeface="Malgun Gothic"/>
                <a:cs typeface="Malgun Gothic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12/17/2025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000" b="1" i="0" u="sng">
                <a:solidFill>
                  <a:schemeClr val="bg1"/>
                </a:solidFill>
                <a:latin typeface="Malgun Gothic"/>
                <a:cs typeface="Malgun Gothic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1400" b="1" i="0" u="sng">
                <a:solidFill>
                  <a:schemeClr val="bg1"/>
                </a:solidFill>
                <a:latin typeface="Malgun Gothic"/>
                <a:cs typeface="Malgun Gothic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12/17/2025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000" b="1" i="0" u="sng">
                <a:solidFill>
                  <a:schemeClr val="bg1"/>
                </a:solidFill>
                <a:latin typeface="Malgun Gothic"/>
                <a:cs typeface="Malgun Gothic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457200" y="1183005"/>
            <a:ext cx="3977640" cy="339471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4709160" y="1183005"/>
            <a:ext cx="3977640" cy="339471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12/17/2025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000" b="1" i="0" u="sng">
                <a:solidFill>
                  <a:schemeClr val="bg1"/>
                </a:solidFill>
                <a:latin typeface="Malgun Gothic"/>
                <a:cs typeface="Malgun Gothic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12/17/2025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17" name="bg object 1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252976" y="2055876"/>
            <a:ext cx="4891024" cy="3087624"/>
          </a:xfrm>
          <a:prstGeom prst="rect">
            <a:avLst/>
          </a:prstGeom>
        </p:spPr>
      </p:pic>
      <p:pic>
        <p:nvPicPr>
          <p:cNvPr id="18" name="bg object 18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0" y="0"/>
            <a:ext cx="2099198" cy="1878163"/>
          </a:xfrm>
          <a:prstGeom prst="rect">
            <a:avLst/>
          </a:prstGeom>
        </p:spPr>
      </p:pic>
      <p:sp>
        <p:nvSpPr>
          <p:cNvPr id="19" name="bg object 19"/>
          <p:cNvSpPr/>
          <p:nvPr/>
        </p:nvSpPr>
        <p:spPr>
          <a:xfrm>
            <a:off x="5772150" y="3924439"/>
            <a:ext cx="1971675" cy="28575"/>
          </a:xfrm>
          <a:custGeom>
            <a:avLst/>
            <a:gdLst/>
            <a:ahLst/>
            <a:cxnLst/>
            <a:rect l="l" t="t" r="r" b="b"/>
            <a:pathLst>
              <a:path w="1971675" h="28575">
                <a:moveTo>
                  <a:pt x="1964054" y="0"/>
                </a:moveTo>
                <a:lnTo>
                  <a:pt x="13715" y="0"/>
                </a:lnTo>
                <a:lnTo>
                  <a:pt x="6350" y="0"/>
                </a:lnTo>
                <a:lnTo>
                  <a:pt x="0" y="6210"/>
                </a:lnTo>
                <a:lnTo>
                  <a:pt x="0" y="22085"/>
                </a:lnTo>
                <a:lnTo>
                  <a:pt x="6350" y="28295"/>
                </a:lnTo>
                <a:lnTo>
                  <a:pt x="1964054" y="28295"/>
                </a:lnTo>
                <a:lnTo>
                  <a:pt x="1971548" y="22085"/>
                </a:lnTo>
                <a:lnTo>
                  <a:pt x="1971548" y="6210"/>
                </a:lnTo>
                <a:lnTo>
                  <a:pt x="1964054" y="0"/>
                </a:lnTo>
                <a:close/>
              </a:path>
            </a:pathLst>
          </a:custGeom>
          <a:solidFill>
            <a:srgbClr val="68C9FA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20" name="bg object 20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5813980" y="3876814"/>
            <a:ext cx="2770265" cy="1266685"/>
          </a:xfrm>
          <a:prstGeom prst="rect">
            <a:avLst/>
          </a:prstGeom>
        </p:spPr>
      </p:pic>
      <p:pic>
        <p:nvPicPr>
          <p:cNvPr id="21" name="bg object 21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6457950" y="1923986"/>
            <a:ext cx="614362" cy="604837"/>
          </a:xfrm>
          <a:prstGeom prst="rect">
            <a:avLst/>
          </a:prstGeom>
        </p:spPr>
      </p:pic>
      <p:pic>
        <p:nvPicPr>
          <p:cNvPr id="22" name="bg object 22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6515226" y="1990661"/>
            <a:ext cx="490410" cy="476186"/>
          </a:xfrm>
          <a:prstGeom prst="rect">
            <a:avLst/>
          </a:prstGeom>
        </p:spPr>
      </p:pic>
      <p:pic>
        <p:nvPicPr>
          <p:cNvPr id="23" name="bg object 23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6591300" y="2057526"/>
            <a:ext cx="342900" cy="333248"/>
          </a:xfrm>
          <a:prstGeom prst="rect">
            <a:avLst/>
          </a:prstGeom>
        </p:spPr>
      </p:pic>
      <p:pic>
        <p:nvPicPr>
          <p:cNvPr id="24" name="bg object 24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6943725" y="2276411"/>
            <a:ext cx="557212" cy="481012"/>
          </a:xfrm>
          <a:prstGeom prst="rect">
            <a:avLst/>
          </a:prstGeom>
        </p:spPr>
      </p:pic>
      <p:pic>
        <p:nvPicPr>
          <p:cNvPr id="25" name="bg object 25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7000875" y="2343150"/>
            <a:ext cx="428625" cy="352298"/>
          </a:xfrm>
          <a:prstGeom prst="rect">
            <a:avLst/>
          </a:prstGeom>
        </p:spPr>
      </p:pic>
      <p:pic>
        <p:nvPicPr>
          <p:cNvPr id="26" name="bg object 26"/>
          <p:cNvPicPr/>
          <p:nvPr/>
        </p:nvPicPr>
        <p:blipFill>
          <a:blip r:embed="rId11" cstate="print"/>
          <a:stretch>
            <a:fillRect/>
          </a:stretch>
        </p:blipFill>
        <p:spPr>
          <a:xfrm>
            <a:off x="6886575" y="2438336"/>
            <a:ext cx="271462" cy="433387"/>
          </a:xfrm>
          <a:prstGeom prst="rect">
            <a:avLst/>
          </a:prstGeom>
        </p:spPr>
      </p:pic>
      <p:pic>
        <p:nvPicPr>
          <p:cNvPr id="27" name="bg object 27"/>
          <p:cNvPicPr/>
          <p:nvPr/>
        </p:nvPicPr>
        <p:blipFill>
          <a:blip r:embed="rId12" cstate="print"/>
          <a:stretch>
            <a:fillRect/>
          </a:stretch>
        </p:blipFill>
        <p:spPr>
          <a:xfrm>
            <a:off x="6943725" y="2505201"/>
            <a:ext cx="142875" cy="304546"/>
          </a:xfrm>
          <a:prstGeom prst="rect">
            <a:avLst/>
          </a:prstGeom>
        </p:spPr>
      </p:pic>
      <p:pic>
        <p:nvPicPr>
          <p:cNvPr id="28" name="bg object 28"/>
          <p:cNvPicPr/>
          <p:nvPr/>
        </p:nvPicPr>
        <p:blipFill>
          <a:blip r:embed="rId13" cstate="print"/>
          <a:stretch>
            <a:fillRect/>
          </a:stretch>
        </p:blipFill>
        <p:spPr>
          <a:xfrm>
            <a:off x="7077075" y="1571561"/>
            <a:ext cx="366712" cy="347662"/>
          </a:xfrm>
          <a:prstGeom prst="rect">
            <a:avLst/>
          </a:prstGeom>
        </p:spPr>
      </p:pic>
      <p:pic>
        <p:nvPicPr>
          <p:cNvPr id="29" name="bg object 29"/>
          <p:cNvPicPr/>
          <p:nvPr/>
        </p:nvPicPr>
        <p:blipFill>
          <a:blip r:embed="rId14" cstate="print"/>
          <a:stretch>
            <a:fillRect/>
          </a:stretch>
        </p:blipFill>
        <p:spPr>
          <a:xfrm>
            <a:off x="7134352" y="1628711"/>
            <a:ext cx="299910" cy="233362"/>
          </a:xfrm>
          <a:prstGeom prst="rect">
            <a:avLst/>
          </a:prstGeom>
        </p:spPr>
      </p:pic>
      <p:pic>
        <p:nvPicPr>
          <p:cNvPr id="30" name="bg object 30"/>
          <p:cNvPicPr/>
          <p:nvPr/>
        </p:nvPicPr>
        <p:blipFill>
          <a:blip r:embed="rId15" cstate="print"/>
          <a:stretch>
            <a:fillRect/>
          </a:stretch>
        </p:blipFill>
        <p:spPr>
          <a:xfrm>
            <a:off x="7210552" y="1695576"/>
            <a:ext cx="152273" cy="104648"/>
          </a:xfrm>
          <a:prstGeom prst="rect">
            <a:avLst/>
          </a:prstGeom>
        </p:spPr>
      </p:pic>
      <p:pic>
        <p:nvPicPr>
          <p:cNvPr id="31" name="bg object 31"/>
          <p:cNvPicPr/>
          <p:nvPr/>
        </p:nvPicPr>
        <p:blipFill>
          <a:blip r:embed="rId16" cstate="print"/>
          <a:stretch>
            <a:fillRect/>
          </a:stretch>
        </p:blipFill>
        <p:spPr>
          <a:xfrm>
            <a:off x="6905625" y="1676336"/>
            <a:ext cx="280987" cy="461962"/>
          </a:xfrm>
          <a:prstGeom prst="rect">
            <a:avLst/>
          </a:prstGeom>
        </p:spPr>
      </p:pic>
      <p:pic>
        <p:nvPicPr>
          <p:cNvPr id="32" name="bg object 32"/>
          <p:cNvPicPr/>
          <p:nvPr/>
        </p:nvPicPr>
        <p:blipFill>
          <a:blip r:embed="rId17" cstate="print"/>
          <a:stretch>
            <a:fillRect/>
          </a:stretch>
        </p:blipFill>
        <p:spPr>
          <a:xfrm>
            <a:off x="6962775" y="1743201"/>
            <a:ext cx="152400" cy="333248"/>
          </a:xfrm>
          <a:prstGeom prst="rect">
            <a:avLst/>
          </a:prstGeom>
        </p:spPr>
      </p:pic>
      <p:pic>
        <p:nvPicPr>
          <p:cNvPr id="33" name="bg object 33"/>
          <p:cNvPicPr/>
          <p:nvPr/>
        </p:nvPicPr>
        <p:blipFill>
          <a:blip r:embed="rId18" cstate="print"/>
          <a:stretch>
            <a:fillRect/>
          </a:stretch>
        </p:blipFill>
        <p:spPr>
          <a:xfrm>
            <a:off x="7077075" y="2295461"/>
            <a:ext cx="385762" cy="442912"/>
          </a:xfrm>
          <a:prstGeom prst="rect">
            <a:avLst/>
          </a:prstGeom>
        </p:spPr>
      </p:pic>
      <p:pic>
        <p:nvPicPr>
          <p:cNvPr id="34" name="bg object 34"/>
          <p:cNvPicPr/>
          <p:nvPr/>
        </p:nvPicPr>
        <p:blipFill>
          <a:blip r:embed="rId19" cstate="print"/>
          <a:stretch>
            <a:fillRect/>
          </a:stretch>
        </p:blipFill>
        <p:spPr>
          <a:xfrm>
            <a:off x="7134352" y="2362200"/>
            <a:ext cx="256921" cy="314325"/>
          </a:xfrm>
          <a:prstGeom prst="rect">
            <a:avLst/>
          </a:prstGeom>
        </p:spPr>
      </p:pic>
      <p:pic>
        <p:nvPicPr>
          <p:cNvPr id="35" name="bg object 35"/>
          <p:cNvPicPr/>
          <p:nvPr/>
        </p:nvPicPr>
        <p:blipFill>
          <a:blip r:embed="rId20" cstate="print"/>
          <a:stretch>
            <a:fillRect/>
          </a:stretch>
        </p:blipFill>
        <p:spPr>
          <a:xfrm>
            <a:off x="6962775" y="2438336"/>
            <a:ext cx="233362" cy="376237"/>
          </a:xfrm>
          <a:prstGeom prst="rect">
            <a:avLst/>
          </a:prstGeom>
        </p:spPr>
      </p:pic>
      <p:pic>
        <p:nvPicPr>
          <p:cNvPr id="36" name="bg object 36"/>
          <p:cNvPicPr/>
          <p:nvPr/>
        </p:nvPicPr>
        <p:blipFill>
          <a:blip r:embed="rId21" cstate="print"/>
          <a:stretch>
            <a:fillRect/>
          </a:stretch>
        </p:blipFill>
        <p:spPr>
          <a:xfrm>
            <a:off x="7019925" y="2505075"/>
            <a:ext cx="104648" cy="247650"/>
          </a:xfrm>
          <a:prstGeom prst="rect">
            <a:avLst/>
          </a:prstGeom>
        </p:spPr>
      </p:pic>
      <p:pic>
        <p:nvPicPr>
          <p:cNvPr id="37" name="bg object 37"/>
          <p:cNvPicPr/>
          <p:nvPr/>
        </p:nvPicPr>
        <p:blipFill>
          <a:blip r:embed="rId22" cstate="print"/>
          <a:stretch>
            <a:fillRect/>
          </a:stretch>
        </p:blipFill>
        <p:spPr>
          <a:xfrm>
            <a:off x="7172325" y="1857311"/>
            <a:ext cx="280987" cy="195262"/>
          </a:xfrm>
          <a:prstGeom prst="rect">
            <a:avLst/>
          </a:prstGeom>
        </p:spPr>
      </p:pic>
      <p:pic>
        <p:nvPicPr>
          <p:cNvPr id="38" name="bg object 38"/>
          <p:cNvPicPr/>
          <p:nvPr/>
        </p:nvPicPr>
        <p:blipFill>
          <a:blip r:embed="rId23" cstate="print"/>
          <a:stretch>
            <a:fillRect/>
          </a:stretch>
        </p:blipFill>
        <p:spPr>
          <a:xfrm>
            <a:off x="7229602" y="1924049"/>
            <a:ext cx="152146" cy="66548"/>
          </a:xfrm>
          <a:prstGeom prst="rect">
            <a:avLst/>
          </a:prstGeom>
        </p:spPr>
      </p:pic>
      <p:pic>
        <p:nvPicPr>
          <p:cNvPr id="39" name="bg object 39"/>
          <p:cNvPicPr/>
          <p:nvPr/>
        </p:nvPicPr>
        <p:blipFill>
          <a:blip r:embed="rId24" cstate="print"/>
          <a:stretch>
            <a:fillRect/>
          </a:stretch>
        </p:blipFill>
        <p:spPr>
          <a:xfrm>
            <a:off x="6791325" y="1180972"/>
            <a:ext cx="1004887" cy="2090801"/>
          </a:xfrm>
          <a:prstGeom prst="rect">
            <a:avLst/>
          </a:prstGeom>
        </p:spPr>
      </p:pic>
      <p:pic>
        <p:nvPicPr>
          <p:cNvPr id="40" name="bg object 40"/>
          <p:cNvPicPr/>
          <p:nvPr/>
        </p:nvPicPr>
        <p:blipFill>
          <a:blip r:embed="rId25" cstate="print"/>
          <a:stretch>
            <a:fillRect/>
          </a:stretch>
        </p:blipFill>
        <p:spPr>
          <a:xfrm>
            <a:off x="6848602" y="1253997"/>
            <a:ext cx="873807" cy="1955800"/>
          </a:xfrm>
          <a:prstGeom prst="rect">
            <a:avLst/>
          </a:prstGeom>
        </p:spPr>
      </p:pic>
      <p:pic>
        <p:nvPicPr>
          <p:cNvPr id="41" name="bg object 41"/>
          <p:cNvPicPr/>
          <p:nvPr/>
        </p:nvPicPr>
        <p:blipFill>
          <a:blip r:embed="rId26" cstate="print"/>
          <a:stretch>
            <a:fillRect/>
          </a:stretch>
        </p:blipFill>
        <p:spPr>
          <a:xfrm>
            <a:off x="6029325" y="2276411"/>
            <a:ext cx="557212" cy="481012"/>
          </a:xfrm>
          <a:prstGeom prst="rect">
            <a:avLst/>
          </a:prstGeom>
        </p:spPr>
      </p:pic>
      <p:pic>
        <p:nvPicPr>
          <p:cNvPr id="42" name="bg object 42"/>
          <p:cNvPicPr/>
          <p:nvPr/>
        </p:nvPicPr>
        <p:blipFill>
          <a:blip r:embed="rId27" cstate="print"/>
          <a:stretch>
            <a:fillRect/>
          </a:stretch>
        </p:blipFill>
        <p:spPr>
          <a:xfrm>
            <a:off x="6086475" y="2343150"/>
            <a:ext cx="428625" cy="352298"/>
          </a:xfrm>
          <a:prstGeom prst="rect">
            <a:avLst/>
          </a:prstGeom>
        </p:spPr>
      </p:pic>
      <p:pic>
        <p:nvPicPr>
          <p:cNvPr id="43" name="bg object 43"/>
          <p:cNvPicPr/>
          <p:nvPr/>
        </p:nvPicPr>
        <p:blipFill>
          <a:blip r:embed="rId28" cstate="print"/>
          <a:stretch>
            <a:fillRect/>
          </a:stretch>
        </p:blipFill>
        <p:spPr>
          <a:xfrm>
            <a:off x="6372225" y="2438336"/>
            <a:ext cx="280987" cy="433387"/>
          </a:xfrm>
          <a:prstGeom prst="rect">
            <a:avLst/>
          </a:prstGeom>
        </p:spPr>
      </p:pic>
      <p:pic>
        <p:nvPicPr>
          <p:cNvPr id="44" name="bg object 44"/>
          <p:cNvPicPr/>
          <p:nvPr/>
        </p:nvPicPr>
        <p:blipFill>
          <a:blip r:embed="rId29" cstate="print"/>
          <a:stretch>
            <a:fillRect/>
          </a:stretch>
        </p:blipFill>
        <p:spPr>
          <a:xfrm>
            <a:off x="6429375" y="2505201"/>
            <a:ext cx="152400" cy="304546"/>
          </a:xfrm>
          <a:prstGeom prst="rect">
            <a:avLst/>
          </a:prstGeom>
        </p:spPr>
      </p:pic>
      <p:pic>
        <p:nvPicPr>
          <p:cNvPr id="45" name="bg object 45"/>
          <p:cNvPicPr/>
          <p:nvPr/>
        </p:nvPicPr>
        <p:blipFill>
          <a:blip r:embed="rId30" cstate="print"/>
          <a:stretch>
            <a:fillRect/>
          </a:stretch>
        </p:blipFill>
        <p:spPr>
          <a:xfrm>
            <a:off x="6353175" y="1676336"/>
            <a:ext cx="271462" cy="461962"/>
          </a:xfrm>
          <a:prstGeom prst="rect">
            <a:avLst/>
          </a:prstGeom>
        </p:spPr>
      </p:pic>
      <p:pic>
        <p:nvPicPr>
          <p:cNvPr id="46" name="bg object 46"/>
          <p:cNvPicPr/>
          <p:nvPr/>
        </p:nvPicPr>
        <p:blipFill>
          <a:blip r:embed="rId31" cstate="print"/>
          <a:stretch>
            <a:fillRect/>
          </a:stretch>
        </p:blipFill>
        <p:spPr>
          <a:xfrm>
            <a:off x="6410325" y="1743201"/>
            <a:ext cx="142875" cy="333248"/>
          </a:xfrm>
          <a:prstGeom prst="rect">
            <a:avLst/>
          </a:prstGeom>
        </p:spPr>
      </p:pic>
      <p:pic>
        <p:nvPicPr>
          <p:cNvPr id="47" name="bg object 47"/>
          <p:cNvPicPr/>
          <p:nvPr/>
        </p:nvPicPr>
        <p:blipFill>
          <a:blip r:embed="rId32" cstate="print"/>
          <a:stretch>
            <a:fillRect/>
          </a:stretch>
        </p:blipFill>
        <p:spPr>
          <a:xfrm>
            <a:off x="6067425" y="2295461"/>
            <a:ext cx="385762" cy="442912"/>
          </a:xfrm>
          <a:prstGeom prst="rect">
            <a:avLst/>
          </a:prstGeom>
        </p:spPr>
      </p:pic>
      <p:pic>
        <p:nvPicPr>
          <p:cNvPr id="48" name="bg object 48"/>
          <p:cNvPicPr/>
          <p:nvPr/>
        </p:nvPicPr>
        <p:blipFill>
          <a:blip r:embed="rId33" cstate="print"/>
          <a:stretch>
            <a:fillRect/>
          </a:stretch>
        </p:blipFill>
        <p:spPr>
          <a:xfrm>
            <a:off x="6124702" y="2362200"/>
            <a:ext cx="256921" cy="314325"/>
          </a:xfrm>
          <a:prstGeom prst="rect">
            <a:avLst/>
          </a:prstGeom>
        </p:spPr>
      </p:pic>
      <p:pic>
        <p:nvPicPr>
          <p:cNvPr id="49" name="bg object 49"/>
          <p:cNvPicPr/>
          <p:nvPr/>
        </p:nvPicPr>
        <p:blipFill>
          <a:blip r:embed="rId34" cstate="print"/>
          <a:stretch>
            <a:fillRect/>
          </a:stretch>
        </p:blipFill>
        <p:spPr>
          <a:xfrm>
            <a:off x="6334125" y="2438336"/>
            <a:ext cx="233362" cy="376237"/>
          </a:xfrm>
          <a:prstGeom prst="rect">
            <a:avLst/>
          </a:prstGeom>
        </p:spPr>
      </p:pic>
      <p:pic>
        <p:nvPicPr>
          <p:cNvPr id="50" name="bg object 50"/>
          <p:cNvPicPr/>
          <p:nvPr/>
        </p:nvPicPr>
        <p:blipFill>
          <a:blip r:embed="rId35" cstate="print"/>
          <a:stretch>
            <a:fillRect/>
          </a:stretch>
        </p:blipFill>
        <p:spPr>
          <a:xfrm>
            <a:off x="6391275" y="2505075"/>
            <a:ext cx="104775" cy="247650"/>
          </a:xfrm>
          <a:prstGeom prst="rect">
            <a:avLst/>
          </a:prstGeom>
        </p:spPr>
      </p:pic>
      <p:pic>
        <p:nvPicPr>
          <p:cNvPr id="51" name="bg object 51"/>
          <p:cNvPicPr/>
          <p:nvPr/>
        </p:nvPicPr>
        <p:blipFill>
          <a:blip r:embed="rId36" cstate="print"/>
          <a:stretch>
            <a:fillRect/>
          </a:stretch>
        </p:blipFill>
        <p:spPr>
          <a:xfrm>
            <a:off x="6096000" y="1628711"/>
            <a:ext cx="290512" cy="233362"/>
          </a:xfrm>
          <a:prstGeom prst="rect">
            <a:avLst/>
          </a:prstGeom>
        </p:spPr>
      </p:pic>
      <p:pic>
        <p:nvPicPr>
          <p:cNvPr id="52" name="bg object 52"/>
          <p:cNvPicPr/>
          <p:nvPr/>
        </p:nvPicPr>
        <p:blipFill>
          <a:blip r:embed="rId37" cstate="print"/>
          <a:stretch>
            <a:fillRect/>
          </a:stretch>
        </p:blipFill>
        <p:spPr>
          <a:xfrm>
            <a:off x="6153150" y="1695576"/>
            <a:ext cx="161798" cy="104648"/>
          </a:xfrm>
          <a:prstGeom prst="rect">
            <a:avLst/>
          </a:prstGeom>
        </p:spPr>
      </p:pic>
      <p:pic>
        <p:nvPicPr>
          <p:cNvPr id="53" name="bg object 53"/>
          <p:cNvPicPr/>
          <p:nvPr/>
        </p:nvPicPr>
        <p:blipFill>
          <a:blip r:embed="rId38" cstate="print"/>
          <a:stretch>
            <a:fillRect/>
          </a:stretch>
        </p:blipFill>
        <p:spPr>
          <a:xfrm>
            <a:off x="6086475" y="1571561"/>
            <a:ext cx="376237" cy="347662"/>
          </a:xfrm>
          <a:prstGeom prst="rect">
            <a:avLst/>
          </a:prstGeom>
        </p:spPr>
      </p:pic>
      <p:pic>
        <p:nvPicPr>
          <p:cNvPr id="54" name="bg object 54"/>
          <p:cNvPicPr/>
          <p:nvPr/>
        </p:nvPicPr>
        <p:blipFill>
          <a:blip r:embed="rId39" cstate="print"/>
          <a:stretch>
            <a:fillRect/>
          </a:stretch>
        </p:blipFill>
        <p:spPr>
          <a:xfrm>
            <a:off x="6143625" y="1638426"/>
            <a:ext cx="247523" cy="218948"/>
          </a:xfrm>
          <a:prstGeom prst="rect">
            <a:avLst/>
          </a:prstGeom>
        </p:spPr>
      </p:pic>
      <p:pic>
        <p:nvPicPr>
          <p:cNvPr id="55" name="bg object 55"/>
          <p:cNvPicPr/>
          <p:nvPr/>
        </p:nvPicPr>
        <p:blipFill>
          <a:blip r:embed="rId40" cstate="print"/>
          <a:stretch>
            <a:fillRect/>
          </a:stretch>
        </p:blipFill>
        <p:spPr>
          <a:xfrm>
            <a:off x="6076950" y="1857311"/>
            <a:ext cx="290512" cy="195262"/>
          </a:xfrm>
          <a:prstGeom prst="rect">
            <a:avLst/>
          </a:prstGeom>
        </p:spPr>
      </p:pic>
      <p:pic>
        <p:nvPicPr>
          <p:cNvPr id="56" name="bg object 56"/>
          <p:cNvPicPr/>
          <p:nvPr/>
        </p:nvPicPr>
        <p:blipFill>
          <a:blip r:embed="rId41" cstate="print"/>
          <a:stretch>
            <a:fillRect/>
          </a:stretch>
        </p:blipFill>
        <p:spPr>
          <a:xfrm>
            <a:off x="6134100" y="1924049"/>
            <a:ext cx="161798" cy="66548"/>
          </a:xfrm>
          <a:prstGeom prst="rect">
            <a:avLst/>
          </a:prstGeom>
        </p:spPr>
      </p:pic>
      <p:pic>
        <p:nvPicPr>
          <p:cNvPr id="57" name="bg object 57"/>
          <p:cNvPicPr/>
          <p:nvPr/>
        </p:nvPicPr>
        <p:blipFill>
          <a:blip r:embed="rId42" cstate="print"/>
          <a:stretch>
            <a:fillRect/>
          </a:stretch>
        </p:blipFill>
        <p:spPr>
          <a:xfrm>
            <a:off x="5734050" y="1180972"/>
            <a:ext cx="1004887" cy="2090801"/>
          </a:xfrm>
          <a:prstGeom prst="rect">
            <a:avLst/>
          </a:prstGeom>
        </p:spPr>
      </p:pic>
      <p:pic>
        <p:nvPicPr>
          <p:cNvPr id="58" name="bg object 58"/>
          <p:cNvPicPr/>
          <p:nvPr/>
        </p:nvPicPr>
        <p:blipFill>
          <a:blip r:embed="rId43" cstate="print"/>
          <a:stretch>
            <a:fillRect/>
          </a:stretch>
        </p:blipFill>
        <p:spPr>
          <a:xfrm>
            <a:off x="5793660" y="1253997"/>
            <a:ext cx="873712" cy="1955800"/>
          </a:xfrm>
          <a:prstGeom prst="rect">
            <a:avLst/>
          </a:prstGeom>
        </p:spPr>
      </p:pic>
      <p:pic>
        <p:nvPicPr>
          <p:cNvPr id="59" name="bg object 59"/>
          <p:cNvPicPr/>
          <p:nvPr/>
        </p:nvPicPr>
        <p:blipFill>
          <a:blip r:embed="rId44" cstate="print"/>
          <a:stretch>
            <a:fillRect/>
          </a:stretch>
        </p:blipFill>
        <p:spPr>
          <a:xfrm>
            <a:off x="6038850" y="3028949"/>
            <a:ext cx="1442974" cy="995362"/>
          </a:xfrm>
          <a:prstGeom prst="rect">
            <a:avLst/>
          </a:prstGeom>
        </p:spPr>
      </p:pic>
      <p:pic>
        <p:nvPicPr>
          <p:cNvPr id="60" name="bg object 60"/>
          <p:cNvPicPr/>
          <p:nvPr/>
        </p:nvPicPr>
        <p:blipFill>
          <a:blip r:embed="rId45" cstate="print"/>
          <a:stretch>
            <a:fillRect/>
          </a:stretch>
        </p:blipFill>
        <p:spPr>
          <a:xfrm>
            <a:off x="6162801" y="3152902"/>
            <a:ext cx="1199896" cy="752348"/>
          </a:xfrm>
          <a:prstGeom prst="rect">
            <a:avLst/>
          </a:prstGeom>
        </p:spPr>
      </p:pic>
      <p:pic>
        <p:nvPicPr>
          <p:cNvPr id="61" name="bg object 61"/>
          <p:cNvPicPr/>
          <p:nvPr/>
        </p:nvPicPr>
        <p:blipFill>
          <a:blip r:embed="rId46" cstate="print"/>
          <a:stretch>
            <a:fillRect/>
          </a:stretch>
        </p:blipFill>
        <p:spPr>
          <a:xfrm>
            <a:off x="5791200" y="4057649"/>
            <a:ext cx="161925" cy="47472"/>
          </a:xfrm>
          <a:prstGeom prst="rect">
            <a:avLst/>
          </a:prstGeom>
        </p:spPr>
      </p:pic>
      <p:pic>
        <p:nvPicPr>
          <p:cNvPr id="62" name="bg object 62"/>
          <p:cNvPicPr/>
          <p:nvPr/>
        </p:nvPicPr>
        <p:blipFill>
          <a:blip r:embed="rId47" cstate="print"/>
          <a:stretch>
            <a:fillRect/>
          </a:stretch>
        </p:blipFill>
        <p:spPr>
          <a:xfrm>
            <a:off x="6494605" y="3933964"/>
            <a:ext cx="963469" cy="397826"/>
          </a:xfrm>
          <a:prstGeom prst="rect">
            <a:avLst/>
          </a:prstGeom>
        </p:spPr>
      </p:pic>
      <p:pic>
        <p:nvPicPr>
          <p:cNvPr id="63" name="bg object 63"/>
          <p:cNvPicPr/>
          <p:nvPr/>
        </p:nvPicPr>
        <p:blipFill>
          <a:blip r:embed="rId48" cstate="print"/>
          <a:stretch>
            <a:fillRect/>
          </a:stretch>
        </p:blipFill>
        <p:spPr>
          <a:xfrm>
            <a:off x="5040833" y="1012721"/>
            <a:ext cx="576573" cy="584681"/>
          </a:xfrm>
          <a:prstGeom prst="rect">
            <a:avLst/>
          </a:prstGeom>
        </p:spPr>
      </p:pic>
      <p:pic>
        <p:nvPicPr>
          <p:cNvPr id="64" name="bg object 64"/>
          <p:cNvPicPr/>
          <p:nvPr/>
        </p:nvPicPr>
        <p:blipFill>
          <a:blip r:embed="rId49" cstate="print"/>
          <a:stretch>
            <a:fillRect/>
          </a:stretch>
        </p:blipFill>
        <p:spPr>
          <a:xfrm>
            <a:off x="7396200" y="3462444"/>
            <a:ext cx="209405" cy="209413"/>
          </a:xfrm>
          <a:prstGeom prst="rect">
            <a:avLst/>
          </a:prstGeom>
        </p:spPr>
      </p:pic>
      <p:pic>
        <p:nvPicPr>
          <p:cNvPr id="65" name="bg object 65"/>
          <p:cNvPicPr/>
          <p:nvPr/>
        </p:nvPicPr>
        <p:blipFill>
          <a:blip r:embed="rId50" cstate="print"/>
          <a:stretch>
            <a:fillRect/>
          </a:stretch>
        </p:blipFill>
        <p:spPr>
          <a:xfrm>
            <a:off x="7987315" y="2824269"/>
            <a:ext cx="217797" cy="209413"/>
          </a:xfrm>
          <a:prstGeom prst="rect">
            <a:avLst/>
          </a:prstGeom>
        </p:spPr>
      </p:pic>
      <p:pic>
        <p:nvPicPr>
          <p:cNvPr id="66" name="bg object 66"/>
          <p:cNvPicPr/>
          <p:nvPr/>
        </p:nvPicPr>
        <p:blipFill>
          <a:blip r:embed="rId51" cstate="print"/>
          <a:stretch>
            <a:fillRect/>
          </a:stretch>
        </p:blipFill>
        <p:spPr>
          <a:xfrm>
            <a:off x="5672175" y="3243369"/>
            <a:ext cx="209405" cy="209413"/>
          </a:xfrm>
          <a:prstGeom prst="rect">
            <a:avLst/>
          </a:prstGeom>
        </p:spPr>
      </p:pic>
      <p:pic>
        <p:nvPicPr>
          <p:cNvPr id="67" name="bg object 67"/>
          <p:cNvPicPr/>
          <p:nvPr/>
        </p:nvPicPr>
        <p:blipFill>
          <a:blip r:embed="rId52" cstate="print"/>
          <a:stretch>
            <a:fillRect/>
          </a:stretch>
        </p:blipFill>
        <p:spPr>
          <a:xfrm>
            <a:off x="5219443" y="2248473"/>
            <a:ext cx="409934" cy="418128"/>
          </a:xfrm>
          <a:prstGeom prst="rect">
            <a:avLst/>
          </a:prstGeom>
        </p:spPr>
      </p:pic>
      <p:pic>
        <p:nvPicPr>
          <p:cNvPr id="68" name="bg object 68"/>
          <p:cNvPicPr/>
          <p:nvPr/>
        </p:nvPicPr>
        <p:blipFill>
          <a:blip r:embed="rId53" cstate="print"/>
          <a:stretch>
            <a:fillRect/>
          </a:stretch>
        </p:blipFill>
        <p:spPr>
          <a:xfrm>
            <a:off x="6535690" y="610736"/>
            <a:ext cx="292134" cy="283542"/>
          </a:xfrm>
          <a:prstGeom prst="rect">
            <a:avLst/>
          </a:prstGeom>
        </p:spPr>
      </p:pic>
      <p:pic>
        <p:nvPicPr>
          <p:cNvPr id="69" name="bg object 69"/>
          <p:cNvPicPr/>
          <p:nvPr/>
        </p:nvPicPr>
        <p:blipFill>
          <a:blip r:embed="rId54" cstate="print"/>
          <a:stretch>
            <a:fillRect/>
          </a:stretch>
        </p:blipFill>
        <p:spPr>
          <a:xfrm>
            <a:off x="5910300" y="1015140"/>
            <a:ext cx="209405" cy="217697"/>
          </a:xfrm>
          <a:prstGeom prst="rect">
            <a:avLst/>
          </a:prstGeom>
        </p:spPr>
      </p:pic>
      <p:pic>
        <p:nvPicPr>
          <p:cNvPr id="70" name="bg object 70"/>
          <p:cNvPicPr/>
          <p:nvPr/>
        </p:nvPicPr>
        <p:blipFill>
          <a:blip r:embed="rId55" cstate="print"/>
          <a:stretch>
            <a:fillRect/>
          </a:stretch>
        </p:blipFill>
        <p:spPr>
          <a:xfrm>
            <a:off x="7101974" y="77977"/>
            <a:ext cx="2042025" cy="2439941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12/17/2025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image" Target="../media/image3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17" name="bg object 17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0" y="3555896"/>
            <a:ext cx="3110058" cy="1587603"/>
          </a:xfrm>
          <a:prstGeom prst="rect">
            <a:avLst/>
          </a:prstGeom>
        </p:spPr>
      </p:pic>
      <p:pic>
        <p:nvPicPr>
          <p:cNvPr id="18" name="bg object 18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7634325" y="0"/>
            <a:ext cx="1509674" cy="1584664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105092" y="94868"/>
            <a:ext cx="5490845" cy="33845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000" b="1" i="0" u="sng">
                <a:solidFill>
                  <a:schemeClr val="bg1"/>
                </a:solidFill>
                <a:latin typeface="Malgun Gothic"/>
                <a:cs typeface="Malgun Gothic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562609" y="878522"/>
            <a:ext cx="5643245" cy="32416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400" b="1" i="0" u="sng">
                <a:solidFill>
                  <a:schemeClr val="bg1"/>
                </a:solidFill>
                <a:latin typeface="Malgun Gothic"/>
                <a:cs typeface="Malgun Gothic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108960" y="4783455"/>
            <a:ext cx="2926080" cy="2571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457200" y="4783455"/>
            <a:ext cx="2103120" cy="2571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12/17/2025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6583680" y="4783455"/>
            <a:ext cx="2103120" cy="2571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8.png"/><Relationship Id="rId2" Type="http://schemas.openxmlformats.org/officeDocument/2006/relationships/image" Target="../media/image57.pn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59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0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0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2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3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6.png"/><Relationship Id="rId4" Type="http://schemas.openxmlformats.org/officeDocument/2006/relationships/image" Target="../media/image65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9.png"/><Relationship Id="rId4" Type="http://schemas.openxmlformats.org/officeDocument/2006/relationships/image" Target="../media/image68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0.jp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1.jp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2.jp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4.jpg"/><Relationship Id="rId2" Type="http://schemas.openxmlformats.org/officeDocument/2006/relationships/image" Target="../media/image73.jpg"/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5.jp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6.jp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8.jpg"/><Relationship Id="rId7" Type="http://schemas.openxmlformats.org/officeDocument/2006/relationships/image" Target="../media/image82.jpg"/><Relationship Id="rId2" Type="http://schemas.openxmlformats.org/officeDocument/2006/relationships/image" Target="../media/image77.jp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81.jpg"/><Relationship Id="rId5" Type="http://schemas.openxmlformats.org/officeDocument/2006/relationships/image" Target="../media/image80.jpg"/><Relationship Id="rId4" Type="http://schemas.openxmlformats.org/officeDocument/2006/relationships/image" Target="../media/image79.jp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4.jpg"/><Relationship Id="rId2" Type="http://schemas.openxmlformats.org/officeDocument/2006/relationships/image" Target="../media/image83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5.jpg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3" Type="http://schemas.openxmlformats.org/officeDocument/2006/relationships/image" Target="../media/image96.png"/><Relationship Id="rId18" Type="http://schemas.openxmlformats.org/officeDocument/2006/relationships/image" Target="../media/image101.png"/><Relationship Id="rId26" Type="http://schemas.openxmlformats.org/officeDocument/2006/relationships/image" Target="../media/image109.png"/><Relationship Id="rId39" Type="http://schemas.openxmlformats.org/officeDocument/2006/relationships/image" Target="../media/image122.png"/><Relationship Id="rId21" Type="http://schemas.openxmlformats.org/officeDocument/2006/relationships/image" Target="../media/image104.png"/><Relationship Id="rId34" Type="http://schemas.openxmlformats.org/officeDocument/2006/relationships/image" Target="../media/image117.png"/><Relationship Id="rId42" Type="http://schemas.openxmlformats.org/officeDocument/2006/relationships/image" Target="../media/image125.png"/><Relationship Id="rId47" Type="http://schemas.openxmlformats.org/officeDocument/2006/relationships/image" Target="../media/image130.png"/><Relationship Id="rId50" Type="http://schemas.openxmlformats.org/officeDocument/2006/relationships/image" Target="../media/image133.png"/><Relationship Id="rId55" Type="http://schemas.openxmlformats.org/officeDocument/2006/relationships/image" Target="../media/image138.png"/><Relationship Id="rId7" Type="http://schemas.openxmlformats.org/officeDocument/2006/relationships/image" Target="../media/image90.png"/><Relationship Id="rId2" Type="http://schemas.openxmlformats.org/officeDocument/2006/relationships/image" Target="../media/image1.png"/><Relationship Id="rId16" Type="http://schemas.openxmlformats.org/officeDocument/2006/relationships/image" Target="../media/image99.png"/><Relationship Id="rId29" Type="http://schemas.openxmlformats.org/officeDocument/2006/relationships/image" Target="../media/image112.png"/><Relationship Id="rId11" Type="http://schemas.openxmlformats.org/officeDocument/2006/relationships/image" Target="../media/image94.png"/><Relationship Id="rId24" Type="http://schemas.openxmlformats.org/officeDocument/2006/relationships/image" Target="../media/image107.png"/><Relationship Id="rId32" Type="http://schemas.openxmlformats.org/officeDocument/2006/relationships/image" Target="../media/image115.png"/><Relationship Id="rId37" Type="http://schemas.openxmlformats.org/officeDocument/2006/relationships/image" Target="../media/image120.png"/><Relationship Id="rId40" Type="http://schemas.openxmlformats.org/officeDocument/2006/relationships/image" Target="../media/image123.png"/><Relationship Id="rId45" Type="http://schemas.openxmlformats.org/officeDocument/2006/relationships/image" Target="../media/image128.png"/><Relationship Id="rId53" Type="http://schemas.openxmlformats.org/officeDocument/2006/relationships/image" Target="../media/image136.png"/><Relationship Id="rId5" Type="http://schemas.openxmlformats.org/officeDocument/2006/relationships/image" Target="../media/image88.png"/><Relationship Id="rId19" Type="http://schemas.openxmlformats.org/officeDocument/2006/relationships/image" Target="../media/image102.png"/><Relationship Id="rId4" Type="http://schemas.openxmlformats.org/officeDocument/2006/relationships/image" Target="../media/image87.png"/><Relationship Id="rId9" Type="http://schemas.openxmlformats.org/officeDocument/2006/relationships/image" Target="../media/image92.png"/><Relationship Id="rId14" Type="http://schemas.openxmlformats.org/officeDocument/2006/relationships/image" Target="../media/image97.png"/><Relationship Id="rId22" Type="http://schemas.openxmlformats.org/officeDocument/2006/relationships/image" Target="../media/image105.png"/><Relationship Id="rId27" Type="http://schemas.openxmlformats.org/officeDocument/2006/relationships/image" Target="../media/image110.png"/><Relationship Id="rId30" Type="http://schemas.openxmlformats.org/officeDocument/2006/relationships/image" Target="../media/image113.png"/><Relationship Id="rId35" Type="http://schemas.openxmlformats.org/officeDocument/2006/relationships/image" Target="../media/image118.png"/><Relationship Id="rId43" Type="http://schemas.openxmlformats.org/officeDocument/2006/relationships/image" Target="../media/image126.png"/><Relationship Id="rId48" Type="http://schemas.openxmlformats.org/officeDocument/2006/relationships/image" Target="../media/image131.png"/><Relationship Id="rId56" Type="http://schemas.openxmlformats.org/officeDocument/2006/relationships/image" Target="../media/image139.png"/><Relationship Id="rId8" Type="http://schemas.openxmlformats.org/officeDocument/2006/relationships/image" Target="../media/image91.png"/><Relationship Id="rId51" Type="http://schemas.openxmlformats.org/officeDocument/2006/relationships/image" Target="../media/image134.png"/><Relationship Id="rId3" Type="http://schemas.openxmlformats.org/officeDocument/2006/relationships/image" Target="../media/image86.png"/><Relationship Id="rId12" Type="http://schemas.openxmlformats.org/officeDocument/2006/relationships/image" Target="../media/image95.png"/><Relationship Id="rId17" Type="http://schemas.openxmlformats.org/officeDocument/2006/relationships/image" Target="../media/image100.png"/><Relationship Id="rId25" Type="http://schemas.openxmlformats.org/officeDocument/2006/relationships/image" Target="../media/image108.png"/><Relationship Id="rId33" Type="http://schemas.openxmlformats.org/officeDocument/2006/relationships/image" Target="../media/image116.png"/><Relationship Id="rId38" Type="http://schemas.openxmlformats.org/officeDocument/2006/relationships/image" Target="../media/image121.png"/><Relationship Id="rId46" Type="http://schemas.openxmlformats.org/officeDocument/2006/relationships/image" Target="../media/image129.png"/><Relationship Id="rId20" Type="http://schemas.openxmlformats.org/officeDocument/2006/relationships/image" Target="../media/image103.png"/><Relationship Id="rId41" Type="http://schemas.openxmlformats.org/officeDocument/2006/relationships/image" Target="../media/image124.png"/><Relationship Id="rId54" Type="http://schemas.openxmlformats.org/officeDocument/2006/relationships/image" Target="../media/image13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9.png"/><Relationship Id="rId15" Type="http://schemas.openxmlformats.org/officeDocument/2006/relationships/image" Target="../media/image98.png"/><Relationship Id="rId23" Type="http://schemas.openxmlformats.org/officeDocument/2006/relationships/image" Target="../media/image106.png"/><Relationship Id="rId28" Type="http://schemas.openxmlformats.org/officeDocument/2006/relationships/image" Target="../media/image111.png"/><Relationship Id="rId36" Type="http://schemas.openxmlformats.org/officeDocument/2006/relationships/image" Target="../media/image119.png"/><Relationship Id="rId49" Type="http://schemas.openxmlformats.org/officeDocument/2006/relationships/image" Target="../media/image132.png"/><Relationship Id="rId57" Type="http://schemas.openxmlformats.org/officeDocument/2006/relationships/image" Target="../media/image140.png"/><Relationship Id="rId10" Type="http://schemas.openxmlformats.org/officeDocument/2006/relationships/image" Target="../media/image93.png"/><Relationship Id="rId31" Type="http://schemas.openxmlformats.org/officeDocument/2006/relationships/image" Target="../media/image114.png"/><Relationship Id="rId44" Type="http://schemas.openxmlformats.org/officeDocument/2006/relationships/image" Target="../media/image127.png"/><Relationship Id="rId52" Type="http://schemas.openxmlformats.org/officeDocument/2006/relationships/image" Target="../media/image13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45440" y="2056891"/>
            <a:ext cx="4799965" cy="850265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ts val="2330"/>
              </a:lnSpc>
              <a:spcBef>
                <a:spcPts val="130"/>
              </a:spcBef>
            </a:pPr>
            <a:r>
              <a:rPr sz="2000" dirty="0">
                <a:solidFill>
                  <a:srgbClr val="FFFFFF"/>
                </a:solidFill>
                <a:latin typeface="Malgun Gothic"/>
                <a:cs typeface="Malgun Gothic"/>
              </a:rPr>
              <a:t>미래를</a:t>
            </a:r>
            <a:r>
              <a:rPr sz="2000" spc="-30" dirty="0">
                <a:solidFill>
                  <a:srgbClr val="FFFFFF"/>
                </a:solidFill>
                <a:latin typeface="Malgun Gothic"/>
                <a:cs typeface="Malgun Gothic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Malgun Gothic"/>
                <a:cs typeface="Malgun Gothic"/>
              </a:rPr>
              <a:t>디자인하는</a:t>
            </a:r>
            <a:endParaRPr sz="2000" dirty="0">
              <a:latin typeface="Malgun Gothic"/>
              <a:cs typeface="Malgun Gothic"/>
            </a:endParaRPr>
          </a:p>
          <a:p>
            <a:pPr marL="12700">
              <a:lnSpc>
                <a:spcPts val="4130"/>
              </a:lnSpc>
            </a:pPr>
            <a:r>
              <a:rPr sz="3500" b="1" dirty="0">
                <a:solidFill>
                  <a:srgbClr val="FFFFFF"/>
                </a:solidFill>
                <a:latin typeface="Malgun Gothic"/>
                <a:cs typeface="Malgun Gothic"/>
              </a:rPr>
              <a:t>메타인지</a:t>
            </a:r>
            <a:r>
              <a:rPr sz="3500" b="1" spc="-85" dirty="0">
                <a:solidFill>
                  <a:srgbClr val="FFFFFF"/>
                </a:solidFill>
                <a:latin typeface="Malgun Gothic"/>
                <a:cs typeface="Malgun Gothic"/>
              </a:rPr>
              <a:t> </a:t>
            </a:r>
            <a:r>
              <a:rPr sz="3500" b="1" dirty="0">
                <a:solidFill>
                  <a:srgbClr val="FFFFFF"/>
                </a:solidFill>
                <a:latin typeface="Malgun Gothic"/>
                <a:cs typeface="Malgun Gothic"/>
              </a:rPr>
              <a:t>AI</a:t>
            </a:r>
            <a:r>
              <a:rPr sz="3500" b="1" spc="-70" dirty="0">
                <a:solidFill>
                  <a:srgbClr val="FFFFFF"/>
                </a:solidFill>
                <a:latin typeface="Malgun Gothic"/>
                <a:cs typeface="Malgun Gothic"/>
              </a:rPr>
              <a:t> </a:t>
            </a:r>
            <a:r>
              <a:rPr lang="ko-KR" altLang="en-US" sz="3500" b="1" spc="-10" dirty="0" err="1">
                <a:solidFill>
                  <a:srgbClr val="FFFFFF"/>
                </a:solidFill>
                <a:latin typeface="Malgun Gothic"/>
                <a:cs typeface="Malgun Gothic"/>
              </a:rPr>
              <a:t>해커톤</a:t>
            </a:r>
            <a:endParaRPr sz="3500" dirty="0">
              <a:latin typeface="Malgun Gothic"/>
              <a:cs typeface="Malgun Gothic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404723" y="1733550"/>
            <a:ext cx="1657985" cy="238125"/>
          </a:xfrm>
          <a:prstGeom prst="rect">
            <a:avLst/>
          </a:prstGeom>
          <a:solidFill>
            <a:srgbClr val="0000FF"/>
          </a:solidFill>
        </p:spPr>
        <p:txBody>
          <a:bodyPr vert="horz" wrap="square" lIns="0" tIns="26034" rIns="0" bIns="0" rtlCol="0">
            <a:spAutoFit/>
          </a:bodyPr>
          <a:lstStyle/>
          <a:p>
            <a:pPr>
              <a:lnSpc>
                <a:spcPts val="1670"/>
              </a:lnSpc>
              <a:spcBef>
                <a:spcPts val="204"/>
              </a:spcBef>
            </a:pPr>
            <a:r>
              <a:rPr sz="1400" b="1" dirty="0">
                <a:solidFill>
                  <a:srgbClr val="FFFFFF"/>
                </a:solidFill>
                <a:latin typeface="Malgun Gothic"/>
                <a:cs typeface="Malgun Gothic"/>
              </a:rPr>
              <a:t>Collaborate</a:t>
            </a:r>
            <a:r>
              <a:rPr sz="1400" b="1" spc="-35" dirty="0">
                <a:solidFill>
                  <a:srgbClr val="FFFFFF"/>
                </a:solidFill>
                <a:latin typeface="Malgun Gothic"/>
                <a:cs typeface="Malgun Gothic"/>
              </a:rPr>
              <a:t> </a:t>
            </a:r>
            <a:r>
              <a:rPr sz="1400" b="1" dirty="0">
                <a:solidFill>
                  <a:srgbClr val="FFFFFF"/>
                </a:solidFill>
                <a:latin typeface="Malgun Gothic"/>
                <a:cs typeface="Malgun Gothic"/>
              </a:rPr>
              <a:t>with</a:t>
            </a:r>
            <a:r>
              <a:rPr sz="1400" b="1" spc="-35" dirty="0">
                <a:solidFill>
                  <a:srgbClr val="FFFFFF"/>
                </a:solidFill>
                <a:latin typeface="Malgun Gothic"/>
                <a:cs typeface="Malgun Gothic"/>
              </a:rPr>
              <a:t> </a:t>
            </a:r>
            <a:r>
              <a:rPr sz="1400" b="1" spc="-25" dirty="0">
                <a:solidFill>
                  <a:srgbClr val="FFFFFF"/>
                </a:solidFill>
                <a:latin typeface="Malgun Gothic"/>
                <a:cs typeface="Malgun Gothic"/>
              </a:rPr>
              <a:t>AI</a:t>
            </a:r>
            <a:endParaRPr sz="1400" dirty="0">
              <a:latin typeface="Malgun Gothic"/>
              <a:cs typeface="Malgun Gothic"/>
            </a:endParaRPr>
          </a:p>
        </p:txBody>
      </p:sp>
      <p:sp>
        <p:nvSpPr>
          <p:cNvPr id="3" name="object 2">
            <a:extLst>
              <a:ext uri="{FF2B5EF4-FFF2-40B4-BE49-F238E27FC236}">
                <a16:creationId xmlns:a16="http://schemas.microsoft.com/office/drawing/2014/main" id="{EA247DA7-E161-0F3A-54E8-C88702E87190}"/>
              </a:ext>
            </a:extLst>
          </p:cNvPr>
          <p:cNvSpPr txBox="1"/>
          <p:nvPr/>
        </p:nvSpPr>
        <p:spPr>
          <a:xfrm>
            <a:off x="228600" y="3181350"/>
            <a:ext cx="7426959" cy="51744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98450" marR="5080" indent="-286385">
              <a:spcBef>
                <a:spcPts val="95"/>
              </a:spcBef>
              <a:buClr>
                <a:srgbClr val="C00000"/>
              </a:buClr>
              <a:buFont typeface="Wingdings"/>
              <a:buChar char=""/>
              <a:tabLst>
                <a:tab pos="298450" algn="l"/>
              </a:tabLst>
            </a:pPr>
            <a:r>
              <a:rPr lang="ko-KR" altLang="en-US" sz="1600" b="1" dirty="0" err="1">
                <a:solidFill>
                  <a:schemeClr val="bg1"/>
                </a:solidFill>
                <a:latin typeface="Malgun Gothic"/>
                <a:cs typeface="Malgun Gothic"/>
              </a:rPr>
              <a:t>알파코</a:t>
            </a:r>
            <a:r>
              <a:rPr lang="ko-KR" altLang="en-US" sz="1600" b="1" dirty="0">
                <a:solidFill>
                  <a:schemeClr val="bg1"/>
                </a:solidFill>
                <a:latin typeface="Malgun Gothic"/>
                <a:cs typeface="Malgun Gothic"/>
              </a:rPr>
              <a:t> </a:t>
            </a:r>
            <a:r>
              <a:rPr lang="en-US" altLang="ko-KR" sz="1600" b="1" dirty="0">
                <a:solidFill>
                  <a:schemeClr val="bg1"/>
                </a:solidFill>
                <a:latin typeface="Malgun Gothic"/>
                <a:cs typeface="Malgun Gothic"/>
              </a:rPr>
              <a:t>&amp; MS </a:t>
            </a:r>
            <a:r>
              <a:rPr lang="ko-KR" altLang="en-US" sz="1600" b="1" dirty="0">
                <a:solidFill>
                  <a:schemeClr val="bg1"/>
                </a:solidFill>
                <a:latin typeface="Malgun Gothic"/>
                <a:cs typeface="Malgun Gothic"/>
              </a:rPr>
              <a:t>협력업체</a:t>
            </a:r>
            <a:r>
              <a:rPr lang="en-US" altLang="ko-KR" sz="1600" b="1" dirty="0">
                <a:solidFill>
                  <a:schemeClr val="bg1"/>
                </a:solidFill>
                <a:latin typeface="Malgun Gothic"/>
                <a:cs typeface="Malgun Gothic"/>
              </a:rPr>
              <a:t> </a:t>
            </a:r>
          </a:p>
          <a:p>
            <a:pPr marL="12065" marR="5080">
              <a:spcBef>
                <a:spcPts val="95"/>
              </a:spcBef>
              <a:buClr>
                <a:srgbClr val="C00000"/>
              </a:buClr>
              <a:tabLst>
                <a:tab pos="298450" algn="l"/>
              </a:tabLst>
            </a:pPr>
            <a:r>
              <a:rPr lang="en-US" altLang="ko-KR" sz="1600" b="1" dirty="0">
                <a:solidFill>
                  <a:schemeClr val="bg1"/>
                </a:solidFill>
                <a:latin typeface="Malgun Gothic"/>
                <a:cs typeface="Malgun Gothic"/>
              </a:rPr>
              <a:t>    &amp; </a:t>
            </a:r>
            <a:r>
              <a:rPr lang="ko-KR" altLang="en-US" sz="1600" b="1" dirty="0">
                <a:solidFill>
                  <a:schemeClr val="bg1"/>
                </a:solidFill>
                <a:latin typeface="Malgun Gothic"/>
                <a:cs typeface="Malgun Gothic"/>
              </a:rPr>
              <a:t>서울대학교 빅데이터 혁신융합대학 사업단 주관</a:t>
            </a:r>
            <a:endParaRPr lang="en-US" altLang="ko-KR" sz="1600" b="1" dirty="0">
              <a:solidFill>
                <a:schemeClr val="bg1"/>
              </a:solidFill>
              <a:latin typeface="Malgun Gothic"/>
              <a:cs typeface="Malgun Gothic"/>
            </a:endParaRP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F463E2AF-7E40-9F56-BB62-08527DF087D8}"/>
              </a:ext>
            </a:extLst>
          </p:cNvPr>
          <p:cNvSpPr/>
          <p:nvPr/>
        </p:nvSpPr>
        <p:spPr>
          <a:xfrm>
            <a:off x="0" y="4626051"/>
            <a:ext cx="2590800" cy="51744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212837C1-C48C-F0DF-4B91-86DFC63DAAB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62708" y="4668700"/>
            <a:ext cx="416958" cy="432150"/>
          </a:xfrm>
          <a:prstGeom prst="rect">
            <a:avLst/>
          </a:prstGeom>
        </p:spPr>
      </p:pic>
      <p:pic>
        <p:nvPicPr>
          <p:cNvPr id="5" name="Picture 8">
            <a:extLst>
              <a:ext uri="{FF2B5EF4-FFF2-40B4-BE49-F238E27FC236}">
                <a16:creationId xmlns:a16="http://schemas.microsoft.com/office/drawing/2014/main" id="{F72FCE55-17C8-B84E-DA1A-EFA8A4F6EAC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31985" y="4786399"/>
            <a:ext cx="915785" cy="1967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알파코 | 더 나은 내일을 위한 선택">
            <a:extLst>
              <a:ext uri="{FF2B5EF4-FFF2-40B4-BE49-F238E27FC236}">
                <a16:creationId xmlns:a16="http://schemas.microsoft.com/office/drawing/2014/main" id="{859A06D0-D49C-BA9C-DAC0-B9B086C830B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32400" y="4662713"/>
            <a:ext cx="915785" cy="4807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5875">
              <a:lnSpc>
                <a:spcPct val="100000"/>
              </a:lnSpc>
              <a:spcBef>
                <a:spcPts val="130"/>
              </a:spcBef>
            </a:pPr>
            <a:r>
              <a:rPr spc="-10" dirty="0"/>
              <a:t>Contents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2049526" y="1230375"/>
            <a:ext cx="5226050" cy="2692400"/>
            <a:chOff x="2049526" y="1230375"/>
            <a:chExt cx="5226050" cy="2692400"/>
          </a:xfrm>
        </p:grpSpPr>
        <p:sp>
          <p:nvSpPr>
            <p:cNvPr id="4" name="object 4"/>
            <p:cNvSpPr/>
            <p:nvPr/>
          </p:nvSpPr>
          <p:spPr>
            <a:xfrm>
              <a:off x="2062226" y="1243075"/>
              <a:ext cx="5200650" cy="495300"/>
            </a:xfrm>
            <a:custGeom>
              <a:avLst/>
              <a:gdLst/>
              <a:ahLst/>
              <a:cxnLst/>
              <a:rect l="l" t="t" r="r" b="b"/>
              <a:pathLst>
                <a:path w="5200650" h="495300">
                  <a:moveTo>
                    <a:pt x="5118100" y="0"/>
                  </a:moveTo>
                  <a:lnTo>
                    <a:pt x="82423" y="0"/>
                  </a:lnTo>
                  <a:lnTo>
                    <a:pt x="50363" y="6484"/>
                  </a:lnTo>
                  <a:lnTo>
                    <a:pt x="24161" y="24161"/>
                  </a:lnTo>
                  <a:lnTo>
                    <a:pt x="6484" y="50363"/>
                  </a:lnTo>
                  <a:lnTo>
                    <a:pt x="0" y="82423"/>
                  </a:lnTo>
                  <a:lnTo>
                    <a:pt x="0" y="412750"/>
                  </a:lnTo>
                  <a:lnTo>
                    <a:pt x="6484" y="444829"/>
                  </a:lnTo>
                  <a:lnTo>
                    <a:pt x="24161" y="471074"/>
                  </a:lnTo>
                  <a:lnTo>
                    <a:pt x="50363" y="488795"/>
                  </a:lnTo>
                  <a:lnTo>
                    <a:pt x="82423" y="495300"/>
                  </a:lnTo>
                  <a:lnTo>
                    <a:pt x="5118100" y="495300"/>
                  </a:lnTo>
                  <a:lnTo>
                    <a:pt x="5150179" y="488795"/>
                  </a:lnTo>
                  <a:lnTo>
                    <a:pt x="5176424" y="471074"/>
                  </a:lnTo>
                  <a:lnTo>
                    <a:pt x="5194145" y="444829"/>
                  </a:lnTo>
                  <a:lnTo>
                    <a:pt x="5200650" y="412750"/>
                  </a:lnTo>
                  <a:lnTo>
                    <a:pt x="5200650" y="82423"/>
                  </a:lnTo>
                  <a:lnTo>
                    <a:pt x="5194145" y="50363"/>
                  </a:lnTo>
                  <a:lnTo>
                    <a:pt x="5176424" y="24161"/>
                  </a:lnTo>
                  <a:lnTo>
                    <a:pt x="5150179" y="6484"/>
                  </a:lnTo>
                  <a:lnTo>
                    <a:pt x="5118100" y="0"/>
                  </a:lnTo>
                  <a:close/>
                </a:path>
              </a:pathLst>
            </a:custGeom>
            <a:solidFill>
              <a:srgbClr val="B5C4F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2062226" y="1243075"/>
              <a:ext cx="5200650" cy="495300"/>
            </a:xfrm>
            <a:custGeom>
              <a:avLst/>
              <a:gdLst/>
              <a:ahLst/>
              <a:cxnLst/>
              <a:rect l="l" t="t" r="r" b="b"/>
              <a:pathLst>
                <a:path w="5200650" h="495300">
                  <a:moveTo>
                    <a:pt x="0" y="82423"/>
                  </a:moveTo>
                  <a:lnTo>
                    <a:pt x="6484" y="50363"/>
                  </a:lnTo>
                  <a:lnTo>
                    <a:pt x="24161" y="24161"/>
                  </a:lnTo>
                  <a:lnTo>
                    <a:pt x="50363" y="6484"/>
                  </a:lnTo>
                  <a:lnTo>
                    <a:pt x="82423" y="0"/>
                  </a:lnTo>
                  <a:lnTo>
                    <a:pt x="5118100" y="0"/>
                  </a:lnTo>
                  <a:lnTo>
                    <a:pt x="5150179" y="6484"/>
                  </a:lnTo>
                  <a:lnTo>
                    <a:pt x="5176424" y="24161"/>
                  </a:lnTo>
                  <a:lnTo>
                    <a:pt x="5194145" y="50363"/>
                  </a:lnTo>
                  <a:lnTo>
                    <a:pt x="5200650" y="82423"/>
                  </a:lnTo>
                  <a:lnTo>
                    <a:pt x="5200650" y="412750"/>
                  </a:lnTo>
                  <a:lnTo>
                    <a:pt x="5194145" y="444829"/>
                  </a:lnTo>
                  <a:lnTo>
                    <a:pt x="5176424" y="471074"/>
                  </a:lnTo>
                  <a:lnTo>
                    <a:pt x="5150179" y="488795"/>
                  </a:lnTo>
                  <a:lnTo>
                    <a:pt x="5118100" y="495300"/>
                  </a:lnTo>
                  <a:lnTo>
                    <a:pt x="82423" y="495300"/>
                  </a:lnTo>
                  <a:lnTo>
                    <a:pt x="50363" y="488795"/>
                  </a:lnTo>
                  <a:lnTo>
                    <a:pt x="24161" y="471074"/>
                  </a:lnTo>
                  <a:lnTo>
                    <a:pt x="6484" y="444829"/>
                  </a:lnTo>
                  <a:lnTo>
                    <a:pt x="0" y="412750"/>
                  </a:lnTo>
                  <a:lnTo>
                    <a:pt x="0" y="82423"/>
                  </a:lnTo>
                  <a:close/>
                </a:path>
              </a:pathLst>
            </a:custGeom>
            <a:ln w="25400">
              <a:solidFill>
                <a:srgbClr val="4A6DF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2062226" y="1786000"/>
              <a:ext cx="5200650" cy="495300"/>
            </a:xfrm>
            <a:custGeom>
              <a:avLst/>
              <a:gdLst/>
              <a:ahLst/>
              <a:cxnLst/>
              <a:rect l="l" t="t" r="r" b="b"/>
              <a:pathLst>
                <a:path w="5200650" h="495300">
                  <a:moveTo>
                    <a:pt x="5118100" y="0"/>
                  </a:moveTo>
                  <a:lnTo>
                    <a:pt x="82423" y="0"/>
                  </a:lnTo>
                  <a:lnTo>
                    <a:pt x="50363" y="6484"/>
                  </a:lnTo>
                  <a:lnTo>
                    <a:pt x="24161" y="24161"/>
                  </a:lnTo>
                  <a:lnTo>
                    <a:pt x="6484" y="50363"/>
                  </a:lnTo>
                  <a:lnTo>
                    <a:pt x="0" y="82423"/>
                  </a:lnTo>
                  <a:lnTo>
                    <a:pt x="0" y="412750"/>
                  </a:lnTo>
                  <a:lnTo>
                    <a:pt x="6484" y="444829"/>
                  </a:lnTo>
                  <a:lnTo>
                    <a:pt x="24161" y="471074"/>
                  </a:lnTo>
                  <a:lnTo>
                    <a:pt x="50363" y="488795"/>
                  </a:lnTo>
                  <a:lnTo>
                    <a:pt x="82423" y="495300"/>
                  </a:lnTo>
                  <a:lnTo>
                    <a:pt x="5118100" y="495300"/>
                  </a:lnTo>
                  <a:lnTo>
                    <a:pt x="5150179" y="488795"/>
                  </a:lnTo>
                  <a:lnTo>
                    <a:pt x="5176424" y="471074"/>
                  </a:lnTo>
                  <a:lnTo>
                    <a:pt x="5194145" y="444829"/>
                  </a:lnTo>
                  <a:lnTo>
                    <a:pt x="5200650" y="412750"/>
                  </a:lnTo>
                  <a:lnTo>
                    <a:pt x="5200650" y="82423"/>
                  </a:lnTo>
                  <a:lnTo>
                    <a:pt x="5194145" y="50363"/>
                  </a:lnTo>
                  <a:lnTo>
                    <a:pt x="5176424" y="24161"/>
                  </a:lnTo>
                  <a:lnTo>
                    <a:pt x="5150179" y="6484"/>
                  </a:lnTo>
                  <a:lnTo>
                    <a:pt x="5118100" y="0"/>
                  </a:lnTo>
                  <a:close/>
                </a:path>
              </a:pathLst>
            </a:custGeom>
            <a:solidFill>
              <a:srgbClr val="B5C4F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2062226" y="1786000"/>
              <a:ext cx="5200650" cy="495300"/>
            </a:xfrm>
            <a:custGeom>
              <a:avLst/>
              <a:gdLst/>
              <a:ahLst/>
              <a:cxnLst/>
              <a:rect l="l" t="t" r="r" b="b"/>
              <a:pathLst>
                <a:path w="5200650" h="495300">
                  <a:moveTo>
                    <a:pt x="0" y="82423"/>
                  </a:moveTo>
                  <a:lnTo>
                    <a:pt x="6484" y="50363"/>
                  </a:lnTo>
                  <a:lnTo>
                    <a:pt x="24161" y="24161"/>
                  </a:lnTo>
                  <a:lnTo>
                    <a:pt x="50363" y="6484"/>
                  </a:lnTo>
                  <a:lnTo>
                    <a:pt x="82423" y="0"/>
                  </a:lnTo>
                  <a:lnTo>
                    <a:pt x="5118100" y="0"/>
                  </a:lnTo>
                  <a:lnTo>
                    <a:pt x="5150179" y="6484"/>
                  </a:lnTo>
                  <a:lnTo>
                    <a:pt x="5176424" y="24161"/>
                  </a:lnTo>
                  <a:lnTo>
                    <a:pt x="5194145" y="50363"/>
                  </a:lnTo>
                  <a:lnTo>
                    <a:pt x="5200650" y="82423"/>
                  </a:lnTo>
                  <a:lnTo>
                    <a:pt x="5200650" y="412750"/>
                  </a:lnTo>
                  <a:lnTo>
                    <a:pt x="5194145" y="444829"/>
                  </a:lnTo>
                  <a:lnTo>
                    <a:pt x="5176424" y="471074"/>
                  </a:lnTo>
                  <a:lnTo>
                    <a:pt x="5150179" y="488795"/>
                  </a:lnTo>
                  <a:lnTo>
                    <a:pt x="5118100" y="495300"/>
                  </a:lnTo>
                  <a:lnTo>
                    <a:pt x="82423" y="495300"/>
                  </a:lnTo>
                  <a:lnTo>
                    <a:pt x="50363" y="488795"/>
                  </a:lnTo>
                  <a:lnTo>
                    <a:pt x="24161" y="471074"/>
                  </a:lnTo>
                  <a:lnTo>
                    <a:pt x="6484" y="444829"/>
                  </a:lnTo>
                  <a:lnTo>
                    <a:pt x="0" y="412750"/>
                  </a:lnTo>
                  <a:lnTo>
                    <a:pt x="0" y="82423"/>
                  </a:lnTo>
                  <a:close/>
                </a:path>
              </a:pathLst>
            </a:custGeom>
            <a:ln w="25400">
              <a:solidFill>
                <a:srgbClr val="4A6DF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2062226" y="2328925"/>
              <a:ext cx="5200650" cy="495300"/>
            </a:xfrm>
            <a:custGeom>
              <a:avLst/>
              <a:gdLst/>
              <a:ahLst/>
              <a:cxnLst/>
              <a:rect l="l" t="t" r="r" b="b"/>
              <a:pathLst>
                <a:path w="5200650" h="495300">
                  <a:moveTo>
                    <a:pt x="5118100" y="0"/>
                  </a:moveTo>
                  <a:lnTo>
                    <a:pt x="82423" y="0"/>
                  </a:lnTo>
                  <a:lnTo>
                    <a:pt x="50363" y="6484"/>
                  </a:lnTo>
                  <a:lnTo>
                    <a:pt x="24161" y="24161"/>
                  </a:lnTo>
                  <a:lnTo>
                    <a:pt x="6484" y="50363"/>
                  </a:lnTo>
                  <a:lnTo>
                    <a:pt x="0" y="82423"/>
                  </a:lnTo>
                  <a:lnTo>
                    <a:pt x="0" y="412750"/>
                  </a:lnTo>
                  <a:lnTo>
                    <a:pt x="6484" y="444829"/>
                  </a:lnTo>
                  <a:lnTo>
                    <a:pt x="24161" y="471074"/>
                  </a:lnTo>
                  <a:lnTo>
                    <a:pt x="50363" y="488795"/>
                  </a:lnTo>
                  <a:lnTo>
                    <a:pt x="82423" y="495300"/>
                  </a:lnTo>
                  <a:lnTo>
                    <a:pt x="5118100" y="495300"/>
                  </a:lnTo>
                  <a:lnTo>
                    <a:pt x="5150179" y="488795"/>
                  </a:lnTo>
                  <a:lnTo>
                    <a:pt x="5176424" y="471074"/>
                  </a:lnTo>
                  <a:lnTo>
                    <a:pt x="5194145" y="444829"/>
                  </a:lnTo>
                  <a:lnTo>
                    <a:pt x="5200650" y="412750"/>
                  </a:lnTo>
                  <a:lnTo>
                    <a:pt x="5200650" y="82423"/>
                  </a:lnTo>
                  <a:lnTo>
                    <a:pt x="5194145" y="50363"/>
                  </a:lnTo>
                  <a:lnTo>
                    <a:pt x="5176424" y="24161"/>
                  </a:lnTo>
                  <a:lnTo>
                    <a:pt x="5150179" y="6484"/>
                  </a:lnTo>
                  <a:lnTo>
                    <a:pt x="5118100" y="0"/>
                  </a:lnTo>
                  <a:close/>
                </a:path>
              </a:pathLst>
            </a:custGeom>
            <a:solidFill>
              <a:srgbClr val="B5C4F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2062226" y="2328925"/>
              <a:ext cx="5200650" cy="495300"/>
            </a:xfrm>
            <a:custGeom>
              <a:avLst/>
              <a:gdLst/>
              <a:ahLst/>
              <a:cxnLst/>
              <a:rect l="l" t="t" r="r" b="b"/>
              <a:pathLst>
                <a:path w="5200650" h="495300">
                  <a:moveTo>
                    <a:pt x="0" y="82423"/>
                  </a:moveTo>
                  <a:lnTo>
                    <a:pt x="6484" y="50363"/>
                  </a:lnTo>
                  <a:lnTo>
                    <a:pt x="24161" y="24161"/>
                  </a:lnTo>
                  <a:lnTo>
                    <a:pt x="50363" y="6484"/>
                  </a:lnTo>
                  <a:lnTo>
                    <a:pt x="82423" y="0"/>
                  </a:lnTo>
                  <a:lnTo>
                    <a:pt x="5118100" y="0"/>
                  </a:lnTo>
                  <a:lnTo>
                    <a:pt x="5150179" y="6484"/>
                  </a:lnTo>
                  <a:lnTo>
                    <a:pt x="5176424" y="24161"/>
                  </a:lnTo>
                  <a:lnTo>
                    <a:pt x="5194145" y="50363"/>
                  </a:lnTo>
                  <a:lnTo>
                    <a:pt x="5200650" y="82423"/>
                  </a:lnTo>
                  <a:lnTo>
                    <a:pt x="5200650" y="412750"/>
                  </a:lnTo>
                  <a:lnTo>
                    <a:pt x="5194145" y="444829"/>
                  </a:lnTo>
                  <a:lnTo>
                    <a:pt x="5176424" y="471074"/>
                  </a:lnTo>
                  <a:lnTo>
                    <a:pt x="5150179" y="488795"/>
                  </a:lnTo>
                  <a:lnTo>
                    <a:pt x="5118100" y="495300"/>
                  </a:lnTo>
                  <a:lnTo>
                    <a:pt x="82423" y="495300"/>
                  </a:lnTo>
                  <a:lnTo>
                    <a:pt x="50363" y="488795"/>
                  </a:lnTo>
                  <a:lnTo>
                    <a:pt x="24161" y="471074"/>
                  </a:lnTo>
                  <a:lnTo>
                    <a:pt x="6484" y="444829"/>
                  </a:lnTo>
                  <a:lnTo>
                    <a:pt x="0" y="412750"/>
                  </a:lnTo>
                  <a:lnTo>
                    <a:pt x="0" y="82423"/>
                  </a:lnTo>
                  <a:close/>
                </a:path>
              </a:pathLst>
            </a:custGeom>
            <a:ln w="25400">
              <a:solidFill>
                <a:srgbClr val="4A6DF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2062226" y="2871850"/>
              <a:ext cx="5200650" cy="495300"/>
            </a:xfrm>
            <a:custGeom>
              <a:avLst/>
              <a:gdLst/>
              <a:ahLst/>
              <a:cxnLst/>
              <a:rect l="l" t="t" r="r" b="b"/>
              <a:pathLst>
                <a:path w="5200650" h="495300">
                  <a:moveTo>
                    <a:pt x="5118100" y="0"/>
                  </a:moveTo>
                  <a:lnTo>
                    <a:pt x="82423" y="0"/>
                  </a:lnTo>
                  <a:lnTo>
                    <a:pt x="50363" y="6484"/>
                  </a:lnTo>
                  <a:lnTo>
                    <a:pt x="24161" y="24161"/>
                  </a:lnTo>
                  <a:lnTo>
                    <a:pt x="6484" y="50363"/>
                  </a:lnTo>
                  <a:lnTo>
                    <a:pt x="0" y="82423"/>
                  </a:lnTo>
                  <a:lnTo>
                    <a:pt x="0" y="412750"/>
                  </a:lnTo>
                  <a:lnTo>
                    <a:pt x="6484" y="444829"/>
                  </a:lnTo>
                  <a:lnTo>
                    <a:pt x="24161" y="471074"/>
                  </a:lnTo>
                  <a:lnTo>
                    <a:pt x="50363" y="488795"/>
                  </a:lnTo>
                  <a:lnTo>
                    <a:pt x="82423" y="495300"/>
                  </a:lnTo>
                  <a:lnTo>
                    <a:pt x="5118100" y="495300"/>
                  </a:lnTo>
                  <a:lnTo>
                    <a:pt x="5150179" y="488795"/>
                  </a:lnTo>
                  <a:lnTo>
                    <a:pt x="5176424" y="471074"/>
                  </a:lnTo>
                  <a:lnTo>
                    <a:pt x="5194145" y="444829"/>
                  </a:lnTo>
                  <a:lnTo>
                    <a:pt x="5200650" y="412750"/>
                  </a:lnTo>
                  <a:lnTo>
                    <a:pt x="5200650" y="82423"/>
                  </a:lnTo>
                  <a:lnTo>
                    <a:pt x="5194145" y="50363"/>
                  </a:lnTo>
                  <a:lnTo>
                    <a:pt x="5176424" y="24161"/>
                  </a:lnTo>
                  <a:lnTo>
                    <a:pt x="5150179" y="6484"/>
                  </a:lnTo>
                  <a:lnTo>
                    <a:pt x="5118100" y="0"/>
                  </a:lnTo>
                  <a:close/>
                </a:path>
              </a:pathLst>
            </a:custGeom>
            <a:solidFill>
              <a:srgbClr val="B5C4F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2062226" y="2871850"/>
              <a:ext cx="5200650" cy="495300"/>
            </a:xfrm>
            <a:custGeom>
              <a:avLst/>
              <a:gdLst/>
              <a:ahLst/>
              <a:cxnLst/>
              <a:rect l="l" t="t" r="r" b="b"/>
              <a:pathLst>
                <a:path w="5200650" h="495300">
                  <a:moveTo>
                    <a:pt x="0" y="82423"/>
                  </a:moveTo>
                  <a:lnTo>
                    <a:pt x="6484" y="50363"/>
                  </a:lnTo>
                  <a:lnTo>
                    <a:pt x="24161" y="24161"/>
                  </a:lnTo>
                  <a:lnTo>
                    <a:pt x="50363" y="6484"/>
                  </a:lnTo>
                  <a:lnTo>
                    <a:pt x="82423" y="0"/>
                  </a:lnTo>
                  <a:lnTo>
                    <a:pt x="5118100" y="0"/>
                  </a:lnTo>
                  <a:lnTo>
                    <a:pt x="5150179" y="6484"/>
                  </a:lnTo>
                  <a:lnTo>
                    <a:pt x="5176424" y="24161"/>
                  </a:lnTo>
                  <a:lnTo>
                    <a:pt x="5194145" y="50363"/>
                  </a:lnTo>
                  <a:lnTo>
                    <a:pt x="5200650" y="82423"/>
                  </a:lnTo>
                  <a:lnTo>
                    <a:pt x="5200650" y="412750"/>
                  </a:lnTo>
                  <a:lnTo>
                    <a:pt x="5194145" y="444829"/>
                  </a:lnTo>
                  <a:lnTo>
                    <a:pt x="5176424" y="471074"/>
                  </a:lnTo>
                  <a:lnTo>
                    <a:pt x="5150179" y="488795"/>
                  </a:lnTo>
                  <a:lnTo>
                    <a:pt x="5118100" y="495300"/>
                  </a:lnTo>
                  <a:lnTo>
                    <a:pt x="82423" y="495300"/>
                  </a:lnTo>
                  <a:lnTo>
                    <a:pt x="50363" y="488795"/>
                  </a:lnTo>
                  <a:lnTo>
                    <a:pt x="24161" y="471074"/>
                  </a:lnTo>
                  <a:lnTo>
                    <a:pt x="6484" y="444829"/>
                  </a:lnTo>
                  <a:lnTo>
                    <a:pt x="0" y="412750"/>
                  </a:lnTo>
                  <a:lnTo>
                    <a:pt x="0" y="82423"/>
                  </a:lnTo>
                  <a:close/>
                </a:path>
              </a:pathLst>
            </a:custGeom>
            <a:ln w="25400">
              <a:solidFill>
                <a:srgbClr val="4A6DF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2062226" y="3414775"/>
              <a:ext cx="5200650" cy="495300"/>
            </a:xfrm>
            <a:custGeom>
              <a:avLst/>
              <a:gdLst/>
              <a:ahLst/>
              <a:cxnLst/>
              <a:rect l="l" t="t" r="r" b="b"/>
              <a:pathLst>
                <a:path w="5200650" h="495300">
                  <a:moveTo>
                    <a:pt x="5118100" y="0"/>
                  </a:moveTo>
                  <a:lnTo>
                    <a:pt x="82423" y="0"/>
                  </a:lnTo>
                  <a:lnTo>
                    <a:pt x="50363" y="6484"/>
                  </a:lnTo>
                  <a:lnTo>
                    <a:pt x="24161" y="24161"/>
                  </a:lnTo>
                  <a:lnTo>
                    <a:pt x="6484" y="50363"/>
                  </a:lnTo>
                  <a:lnTo>
                    <a:pt x="0" y="82423"/>
                  </a:lnTo>
                  <a:lnTo>
                    <a:pt x="0" y="412750"/>
                  </a:lnTo>
                  <a:lnTo>
                    <a:pt x="6484" y="444819"/>
                  </a:lnTo>
                  <a:lnTo>
                    <a:pt x="24161" y="471042"/>
                  </a:lnTo>
                  <a:lnTo>
                    <a:pt x="50363" y="488741"/>
                  </a:lnTo>
                  <a:lnTo>
                    <a:pt x="82423" y="495236"/>
                  </a:lnTo>
                  <a:lnTo>
                    <a:pt x="5118100" y="495236"/>
                  </a:lnTo>
                  <a:lnTo>
                    <a:pt x="5150179" y="488741"/>
                  </a:lnTo>
                  <a:lnTo>
                    <a:pt x="5176424" y="471043"/>
                  </a:lnTo>
                  <a:lnTo>
                    <a:pt x="5194145" y="444819"/>
                  </a:lnTo>
                  <a:lnTo>
                    <a:pt x="5200650" y="412750"/>
                  </a:lnTo>
                  <a:lnTo>
                    <a:pt x="5200650" y="82423"/>
                  </a:lnTo>
                  <a:lnTo>
                    <a:pt x="5194145" y="50363"/>
                  </a:lnTo>
                  <a:lnTo>
                    <a:pt x="5176424" y="24161"/>
                  </a:lnTo>
                  <a:lnTo>
                    <a:pt x="5150179" y="6484"/>
                  </a:lnTo>
                  <a:lnTo>
                    <a:pt x="5118100" y="0"/>
                  </a:lnTo>
                  <a:close/>
                </a:path>
              </a:pathLst>
            </a:custGeom>
            <a:solidFill>
              <a:srgbClr val="B5C4F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2062226" y="3414775"/>
              <a:ext cx="5200650" cy="495300"/>
            </a:xfrm>
            <a:custGeom>
              <a:avLst/>
              <a:gdLst/>
              <a:ahLst/>
              <a:cxnLst/>
              <a:rect l="l" t="t" r="r" b="b"/>
              <a:pathLst>
                <a:path w="5200650" h="495300">
                  <a:moveTo>
                    <a:pt x="0" y="82423"/>
                  </a:moveTo>
                  <a:lnTo>
                    <a:pt x="6484" y="50363"/>
                  </a:lnTo>
                  <a:lnTo>
                    <a:pt x="24161" y="24161"/>
                  </a:lnTo>
                  <a:lnTo>
                    <a:pt x="50363" y="6484"/>
                  </a:lnTo>
                  <a:lnTo>
                    <a:pt x="82423" y="0"/>
                  </a:lnTo>
                  <a:lnTo>
                    <a:pt x="5118100" y="0"/>
                  </a:lnTo>
                  <a:lnTo>
                    <a:pt x="5150179" y="6484"/>
                  </a:lnTo>
                  <a:lnTo>
                    <a:pt x="5176424" y="24161"/>
                  </a:lnTo>
                  <a:lnTo>
                    <a:pt x="5194145" y="50363"/>
                  </a:lnTo>
                  <a:lnTo>
                    <a:pt x="5200650" y="82423"/>
                  </a:lnTo>
                  <a:lnTo>
                    <a:pt x="5200650" y="412750"/>
                  </a:lnTo>
                  <a:lnTo>
                    <a:pt x="5194145" y="444819"/>
                  </a:lnTo>
                  <a:lnTo>
                    <a:pt x="5176424" y="471043"/>
                  </a:lnTo>
                  <a:lnTo>
                    <a:pt x="5150179" y="488741"/>
                  </a:lnTo>
                  <a:lnTo>
                    <a:pt x="5118100" y="495236"/>
                  </a:lnTo>
                  <a:lnTo>
                    <a:pt x="82423" y="495236"/>
                  </a:lnTo>
                  <a:lnTo>
                    <a:pt x="50363" y="488741"/>
                  </a:lnTo>
                  <a:lnTo>
                    <a:pt x="24161" y="471042"/>
                  </a:lnTo>
                  <a:lnTo>
                    <a:pt x="6484" y="444819"/>
                  </a:lnTo>
                  <a:lnTo>
                    <a:pt x="0" y="412750"/>
                  </a:lnTo>
                  <a:lnTo>
                    <a:pt x="0" y="82423"/>
                  </a:lnTo>
                  <a:close/>
                </a:path>
              </a:pathLst>
            </a:custGeom>
            <a:ln w="25400">
              <a:solidFill>
                <a:srgbClr val="4A6DF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4" name="object 14"/>
          <p:cNvSpPr txBox="1"/>
          <p:nvPr/>
        </p:nvSpPr>
        <p:spPr>
          <a:xfrm>
            <a:off x="2219960" y="1352867"/>
            <a:ext cx="3266440" cy="243903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237490" indent="-224790">
              <a:lnSpc>
                <a:spcPct val="100000"/>
              </a:lnSpc>
              <a:spcBef>
                <a:spcPts val="125"/>
              </a:spcBef>
              <a:buFont typeface="Arial"/>
              <a:buAutoNum type="arabicPeriod"/>
              <a:tabLst>
                <a:tab pos="237490" algn="l"/>
              </a:tabLst>
            </a:pPr>
            <a:r>
              <a:rPr sz="1550" b="1" dirty="0">
                <a:solidFill>
                  <a:srgbClr val="181D2F"/>
                </a:solidFill>
                <a:latin typeface="Malgun Gothic"/>
                <a:cs typeface="Malgun Gothic"/>
              </a:rPr>
              <a:t>생성형</a:t>
            </a:r>
            <a:r>
              <a:rPr sz="1550" b="1" spc="-15" dirty="0">
                <a:solidFill>
                  <a:srgbClr val="181D2F"/>
                </a:solidFill>
                <a:latin typeface="Malgun Gothic"/>
                <a:cs typeface="Malgun Gothic"/>
              </a:rPr>
              <a:t> </a:t>
            </a:r>
            <a:r>
              <a:rPr sz="1550" b="1" dirty="0">
                <a:solidFill>
                  <a:srgbClr val="181D2F"/>
                </a:solidFill>
                <a:latin typeface="Malgun Gothic"/>
                <a:cs typeface="Malgun Gothic"/>
              </a:rPr>
              <a:t>인공지능과</a:t>
            </a:r>
            <a:r>
              <a:rPr sz="1550" b="1" spc="50" dirty="0">
                <a:solidFill>
                  <a:srgbClr val="181D2F"/>
                </a:solidFill>
                <a:latin typeface="Malgun Gothic"/>
                <a:cs typeface="Malgun Gothic"/>
              </a:rPr>
              <a:t> </a:t>
            </a:r>
            <a:r>
              <a:rPr sz="1550" b="1" dirty="0">
                <a:solidFill>
                  <a:srgbClr val="181D2F"/>
                </a:solidFill>
                <a:latin typeface="Malgun Gothic"/>
                <a:cs typeface="Malgun Gothic"/>
              </a:rPr>
              <a:t>미래</a:t>
            </a:r>
            <a:r>
              <a:rPr sz="1550" b="1" spc="40" dirty="0">
                <a:solidFill>
                  <a:srgbClr val="181D2F"/>
                </a:solidFill>
                <a:latin typeface="Malgun Gothic"/>
                <a:cs typeface="Malgun Gothic"/>
              </a:rPr>
              <a:t> </a:t>
            </a:r>
            <a:r>
              <a:rPr sz="1550" b="1" spc="-20" dirty="0">
                <a:solidFill>
                  <a:srgbClr val="181D2F"/>
                </a:solidFill>
                <a:latin typeface="Malgun Gothic"/>
                <a:cs typeface="Malgun Gothic"/>
              </a:rPr>
              <a:t>핵심역량</a:t>
            </a:r>
            <a:endParaRPr sz="1550" dirty="0">
              <a:latin typeface="Malgun Gothic"/>
              <a:cs typeface="Malgun Gothic"/>
            </a:endParaRPr>
          </a:p>
          <a:p>
            <a:pPr marL="237490" indent="-224790">
              <a:lnSpc>
                <a:spcPct val="100000"/>
              </a:lnSpc>
              <a:spcBef>
                <a:spcPts val="2420"/>
              </a:spcBef>
              <a:buFont typeface="Arial"/>
              <a:buAutoNum type="arabicPeriod"/>
              <a:tabLst>
                <a:tab pos="237490" algn="l"/>
              </a:tabLst>
            </a:pPr>
            <a:r>
              <a:rPr sz="1550" b="1" dirty="0">
                <a:solidFill>
                  <a:srgbClr val="181D2F"/>
                </a:solidFill>
                <a:latin typeface="Malgun Gothic"/>
                <a:cs typeface="Malgun Gothic"/>
              </a:rPr>
              <a:t>메타인지</a:t>
            </a:r>
            <a:r>
              <a:rPr sz="1550" b="1" spc="-75" dirty="0">
                <a:solidFill>
                  <a:srgbClr val="181D2F"/>
                </a:solidFill>
                <a:latin typeface="Malgun Gothic"/>
                <a:cs typeface="Malgun Gothic"/>
              </a:rPr>
              <a:t> </a:t>
            </a:r>
            <a:r>
              <a:rPr sz="1550" b="1" dirty="0">
                <a:solidFill>
                  <a:srgbClr val="181D2F"/>
                </a:solidFill>
                <a:latin typeface="Arial"/>
                <a:cs typeface="Arial"/>
              </a:rPr>
              <a:t>AI</a:t>
            </a:r>
            <a:r>
              <a:rPr sz="1550" b="1" spc="125" dirty="0">
                <a:solidFill>
                  <a:srgbClr val="181D2F"/>
                </a:solidFill>
                <a:latin typeface="Arial"/>
                <a:cs typeface="Arial"/>
              </a:rPr>
              <a:t> </a:t>
            </a:r>
            <a:r>
              <a:rPr lang="ko-KR" altLang="en-US" sz="1550" b="1" spc="-10" dirty="0" err="1">
                <a:solidFill>
                  <a:srgbClr val="181D2F"/>
                </a:solidFill>
                <a:latin typeface="Malgun Gothic"/>
                <a:cs typeface="Arial"/>
              </a:rPr>
              <a:t>해커톤이</a:t>
            </a:r>
            <a:r>
              <a:rPr sz="1550" b="1" spc="-10" dirty="0">
                <a:solidFill>
                  <a:srgbClr val="181D2F"/>
                </a:solidFill>
                <a:latin typeface="Malgun Gothic"/>
                <a:cs typeface="Malgun Gothic"/>
              </a:rPr>
              <a:t>란</a:t>
            </a:r>
            <a:r>
              <a:rPr sz="1550" b="1" spc="-10" dirty="0">
                <a:solidFill>
                  <a:srgbClr val="181D2F"/>
                </a:solidFill>
                <a:latin typeface="Arial"/>
                <a:cs typeface="Arial"/>
              </a:rPr>
              <a:t>?</a:t>
            </a:r>
            <a:endParaRPr sz="1550" dirty="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635"/>
              </a:spcBef>
              <a:buClr>
                <a:srgbClr val="181D2F"/>
              </a:buClr>
              <a:buFont typeface="Arial"/>
              <a:buAutoNum type="arabicPeriod"/>
            </a:pPr>
            <a:endParaRPr sz="1550" dirty="0">
              <a:latin typeface="Arial"/>
              <a:cs typeface="Arial"/>
            </a:endParaRPr>
          </a:p>
          <a:p>
            <a:pPr marL="237490" indent="-224790">
              <a:lnSpc>
                <a:spcPct val="100000"/>
              </a:lnSpc>
              <a:buFont typeface="Arial"/>
              <a:buAutoNum type="arabicPeriod"/>
              <a:tabLst>
                <a:tab pos="237490" algn="l"/>
              </a:tabLst>
            </a:pPr>
            <a:r>
              <a:rPr sz="1550" b="1" dirty="0">
                <a:solidFill>
                  <a:srgbClr val="181D2F"/>
                </a:solidFill>
                <a:latin typeface="Malgun Gothic"/>
                <a:cs typeface="Malgun Gothic"/>
              </a:rPr>
              <a:t>플랫폼</a:t>
            </a:r>
            <a:r>
              <a:rPr sz="1550" b="1" spc="10" dirty="0">
                <a:solidFill>
                  <a:srgbClr val="181D2F"/>
                </a:solidFill>
                <a:latin typeface="Malgun Gothic"/>
                <a:cs typeface="Malgun Gothic"/>
              </a:rPr>
              <a:t> </a:t>
            </a:r>
            <a:r>
              <a:rPr sz="1550" b="1" spc="-20" dirty="0">
                <a:solidFill>
                  <a:srgbClr val="181D2F"/>
                </a:solidFill>
                <a:latin typeface="Malgun Gothic"/>
                <a:cs typeface="Malgun Gothic"/>
              </a:rPr>
              <a:t>개발과정</a:t>
            </a:r>
            <a:endParaRPr sz="1550" dirty="0">
              <a:latin typeface="Malgun Gothic"/>
              <a:cs typeface="Malgun Gothic"/>
            </a:endParaRPr>
          </a:p>
          <a:p>
            <a:pPr marL="237490" indent="-224790">
              <a:lnSpc>
                <a:spcPct val="100000"/>
              </a:lnSpc>
              <a:spcBef>
                <a:spcPts val="2415"/>
              </a:spcBef>
              <a:buFont typeface="Arial"/>
              <a:buAutoNum type="arabicPeriod"/>
              <a:tabLst>
                <a:tab pos="237490" algn="l"/>
              </a:tabLst>
            </a:pPr>
            <a:r>
              <a:rPr sz="1550" b="1" dirty="0">
                <a:solidFill>
                  <a:srgbClr val="181D2F"/>
                </a:solidFill>
                <a:latin typeface="Malgun Gothic"/>
                <a:cs typeface="Malgun Gothic"/>
              </a:rPr>
              <a:t>파일럿</a:t>
            </a:r>
            <a:r>
              <a:rPr sz="1550" b="1" spc="15" dirty="0">
                <a:solidFill>
                  <a:srgbClr val="181D2F"/>
                </a:solidFill>
                <a:latin typeface="Malgun Gothic"/>
                <a:cs typeface="Malgun Gothic"/>
              </a:rPr>
              <a:t> </a:t>
            </a:r>
            <a:r>
              <a:rPr sz="1550" b="1" dirty="0">
                <a:solidFill>
                  <a:srgbClr val="181D2F"/>
                </a:solidFill>
                <a:latin typeface="Malgun Gothic"/>
                <a:cs typeface="Malgun Gothic"/>
              </a:rPr>
              <a:t>프로그램</a:t>
            </a:r>
            <a:r>
              <a:rPr sz="1550" b="1" spc="45" dirty="0">
                <a:solidFill>
                  <a:srgbClr val="181D2F"/>
                </a:solidFill>
                <a:latin typeface="Malgun Gothic"/>
                <a:cs typeface="Malgun Gothic"/>
              </a:rPr>
              <a:t> </a:t>
            </a:r>
            <a:r>
              <a:rPr sz="1550" b="1" spc="-20" dirty="0">
                <a:solidFill>
                  <a:srgbClr val="181D2F"/>
                </a:solidFill>
                <a:latin typeface="Malgun Gothic"/>
                <a:cs typeface="Malgun Gothic"/>
              </a:rPr>
              <a:t>진행결과</a:t>
            </a:r>
            <a:endParaRPr sz="1550" dirty="0">
              <a:latin typeface="Malgun Gothic"/>
              <a:cs typeface="Malgun Gothic"/>
            </a:endParaRPr>
          </a:p>
          <a:p>
            <a:pPr marL="237490" indent="-224790">
              <a:lnSpc>
                <a:spcPct val="100000"/>
              </a:lnSpc>
              <a:spcBef>
                <a:spcPts val="2415"/>
              </a:spcBef>
              <a:buFont typeface="Arial"/>
              <a:buAutoNum type="arabicPeriod"/>
              <a:tabLst>
                <a:tab pos="237490" algn="l"/>
              </a:tabLst>
            </a:pPr>
            <a:r>
              <a:rPr lang="ko-KR" altLang="en-US" sz="1550" b="1" spc="-25" dirty="0">
                <a:solidFill>
                  <a:srgbClr val="181D2F"/>
                </a:solidFill>
                <a:latin typeface="Malgun Gothic"/>
                <a:cs typeface="Malgun Gothic"/>
              </a:rPr>
              <a:t>메타인지 </a:t>
            </a:r>
            <a:r>
              <a:rPr lang="en-US" altLang="ko-KR" sz="1550" b="1" spc="-25" dirty="0">
                <a:solidFill>
                  <a:srgbClr val="181D2F"/>
                </a:solidFill>
                <a:latin typeface="Malgun Gothic"/>
                <a:cs typeface="Malgun Gothic"/>
              </a:rPr>
              <a:t>AI </a:t>
            </a:r>
            <a:r>
              <a:rPr lang="ko-KR" altLang="en-US" sz="1550" b="1" spc="-25" dirty="0" err="1">
                <a:solidFill>
                  <a:srgbClr val="181D2F"/>
                </a:solidFill>
                <a:latin typeface="Malgun Gothic"/>
                <a:cs typeface="Malgun Gothic"/>
              </a:rPr>
              <a:t>해커톤</a:t>
            </a:r>
            <a:r>
              <a:rPr lang="ko-KR" altLang="en-US" sz="1550" b="1" spc="-25" dirty="0">
                <a:solidFill>
                  <a:srgbClr val="181D2F"/>
                </a:solidFill>
                <a:latin typeface="Malgun Gothic"/>
                <a:cs typeface="Malgun Gothic"/>
              </a:rPr>
              <a:t> </a:t>
            </a:r>
            <a:r>
              <a:rPr sz="1550" b="1" spc="-25" dirty="0" err="1">
                <a:solidFill>
                  <a:srgbClr val="181D2F"/>
                </a:solidFill>
                <a:latin typeface="Malgun Gothic"/>
                <a:cs typeface="Malgun Gothic"/>
              </a:rPr>
              <a:t>의의</a:t>
            </a:r>
            <a:endParaRPr sz="1550" dirty="0">
              <a:latin typeface="Malgun Gothic"/>
              <a:cs typeface="Malgun Gothic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419850" y="1628775"/>
            <a:ext cx="2028825" cy="2038350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/>
              <a:t>생성형 AI</a:t>
            </a:r>
            <a:r>
              <a:rPr spc="-10" dirty="0"/>
              <a:t> </a:t>
            </a:r>
            <a:r>
              <a:rPr dirty="0"/>
              <a:t>기술</a:t>
            </a:r>
            <a:r>
              <a:rPr spc="-50" dirty="0"/>
              <a:t> </a:t>
            </a:r>
            <a:r>
              <a:rPr dirty="0"/>
              <a:t>발전에 따른</a:t>
            </a:r>
            <a:r>
              <a:rPr spc="-50" dirty="0"/>
              <a:t> </a:t>
            </a:r>
            <a:r>
              <a:rPr dirty="0"/>
              <a:t>교육</a:t>
            </a:r>
            <a:r>
              <a:rPr spc="-50" dirty="0"/>
              <a:t> </a:t>
            </a:r>
            <a:r>
              <a:rPr dirty="0"/>
              <a:t>패러다임</a:t>
            </a:r>
            <a:r>
              <a:rPr spc="-25" dirty="0"/>
              <a:t> 변화</a:t>
            </a:r>
          </a:p>
        </p:txBody>
      </p:sp>
      <p:grpSp>
        <p:nvGrpSpPr>
          <p:cNvPr id="4" name="object 4"/>
          <p:cNvGrpSpPr/>
          <p:nvPr/>
        </p:nvGrpSpPr>
        <p:grpSpPr>
          <a:xfrm>
            <a:off x="702043" y="1925573"/>
            <a:ext cx="3467735" cy="2723515"/>
            <a:chOff x="702043" y="1925573"/>
            <a:chExt cx="3467735" cy="2723515"/>
          </a:xfrm>
        </p:grpSpPr>
        <p:sp>
          <p:nvSpPr>
            <p:cNvPr id="5" name="object 5"/>
            <p:cNvSpPr/>
            <p:nvPr/>
          </p:nvSpPr>
          <p:spPr>
            <a:xfrm>
              <a:off x="1948941" y="2462148"/>
              <a:ext cx="2207895" cy="2174240"/>
            </a:xfrm>
            <a:custGeom>
              <a:avLst/>
              <a:gdLst/>
              <a:ahLst/>
              <a:cxnLst/>
              <a:rect l="l" t="t" r="r" b="b"/>
              <a:pathLst>
                <a:path w="2207895" h="2174240">
                  <a:moveTo>
                    <a:pt x="1194181" y="0"/>
                  </a:moveTo>
                  <a:lnTo>
                    <a:pt x="1013459" y="0"/>
                  </a:lnTo>
                  <a:lnTo>
                    <a:pt x="974089" y="222884"/>
                  </a:lnTo>
                  <a:lnTo>
                    <a:pt x="923072" y="231921"/>
                  </a:lnTo>
                  <a:lnTo>
                    <a:pt x="872757" y="243872"/>
                  </a:lnTo>
                  <a:lnTo>
                    <a:pt x="823270" y="258697"/>
                  </a:lnTo>
                  <a:lnTo>
                    <a:pt x="774739" y="276358"/>
                  </a:lnTo>
                  <a:lnTo>
                    <a:pt x="727289" y="296813"/>
                  </a:lnTo>
                  <a:lnTo>
                    <a:pt x="681048" y="320023"/>
                  </a:lnTo>
                  <a:lnTo>
                    <a:pt x="636143" y="345948"/>
                  </a:lnTo>
                  <a:lnTo>
                    <a:pt x="462788" y="200406"/>
                  </a:lnTo>
                  <a:lnTo>
                    <a:pt x="324357" y="316611"/>
                  </a:lnTo>
                  <a:lnTo>
                    <a:pt x="437514" y="512699"/>
                  </a:lnTo>
                  <a:lnTo>
                    <a:pt x="404200" y="552388"/>
                  </a:lnTo>
                  <a:lnTo>
                    <a:pt x="373315" y="593873"/>
                  </a:lnTo>
                  <a:lnTo>
                    <a:pt x="344928" y="637036"/>
                  </a:lnTo>
                  <a:lnTo>
                    <a:pt x="319105" y="681757"/>
                  </a:lnTo>
                  <a:lnTo>
                    <a:pt x="295911" y="727921"/>
                  </a:lnTo>
                  <a:lnTo>
                    <a:pt x="275415" y="775409"/>
                  </a:lnTo>
                  <a:lnTo>
                    <a:pt x="257682" y="824102"/>
                  </a:lnTo>
                  <a:lnTo>
                    <a:pt x="31368" y="824102"/>
                  </a:lnTo>
                  <a:lnTo>
                    <a:pt x="0" y="1002157"/>
                  </a:lnTo>
                  <a:lnTo>
                    <a:pt x="212597" y="1079500"/>
                  </a:lnTo>
                  <a:lnTo>
                    <a:pt x="212633" y="1131317"/>
                  </a:lnTo>
                  <a:lnTo>
                    <a:pt x="215665" y="1182944"/>
                  </a:lnTo>
                  <a:lnTo>
                    <a:pt x="221675" y="1234249"/>
                  </a:lnTo>
                  <a:lnTo>
                    <a:pt x="230641" y="1285104"/>
                  </a:lnTo>
                  <a:lnTo>
                    <a:pt x="242544" y="1335380"/>
                  </a:lnTo>
                  <a:lnTo>
                    <a:pt x="257364" y="1384948"/>
                  </a:lnTo>
                  <a:lnTo>
                    <a:pt x="275081" y="1433677"/>
                  </a:lnTo>
                  <a:lnTo>
                    <a:pt x="101726" y="1579143"/>
                  </a:lnTo>
                  <a:lnTo>
                    <a:pt x="192150" y="1735721"/>
                  </a:lnTo>
                  <a:lnTo>
                    <a:pt x="404749" y="1658315"/>
                  </a:lnTo>
                  <a:lnTo>
                    <a:pt x="438089" y="1697999"/>
                  </a:lnTo>
                  <a:lnTo>
                    <a:pt x="473600" y="1735602"/>
                  </a:lnTo>
                  <a:lnTo>
                    <a:pt x="511181" y="1771040"/>
                  </a:lnTo>
                  <a:lnTo>
                    <a:pt x="550733" y="1804230"/>
                  </a:lnTo>
                  <a:lnTo>
                    <a:pt x="592155" y="1835087"/>
                  </a:lnTo>
                  <a:lnTo>
                    <a:pt x="635348" y="1863528"/>
                  </a:lnTo>
                  <a:lnTo>
                    <a:pt x="680212" y="1889467"/>
                  </a:lnTo>
                  <a:lnTo>
                    <a:pt x="640969" y="2112352"/>
                  </a:lnTo>
                  <a:lnTo>
                    <a:pt x="810894" y="2174189"/>
                  </a:lnTo>
                  <a:lnTo>
                    <a:pt x="924051" y="1978190"/>
                  </a:lnTo>
                  <a:lnTo>
                    <a:pt x="975092" y="1987161"/>
                  </a:lnTo>
                  <a:lnTo>
                    <a:pt x="1026454" y="1993142"/>
                  </a:lnTo>
                  <a:lnTo>
                    <a:pt x="1078010" y="1996132"/>
                  </a:lnTo>
                  <a:lnTo>
                    <a:pt x="1129630" y="1996132"/>
                  </a:lnTo>
                  <a:lnTo>
                    <a:pt x="1181186" y="1993142"/>
                  </a:lnTo>
                  <a:lnTo>
                    <a:pt x="1232548" y="1987161"/>
                  </a:lnTo>
                  <a:lnTo>
                    <a:pt x="1283589" y="1978190"/>
                  </a:lnTo>
                  <a:lnTo>
                    <a:pt x="1396745" y="2174189"/>
                  </a:lnTo>
                  <a:lnTo>
                    <a:pt x="1566671" y="2112352"/>
                  </a:lnTo>
                  <a:lnTo>
                    <a:pt x="1527429" y="1889467"/>
                  </a:lnTo>
                  <a:lnTo>
                    <a:pt x="1572292" y="1863528"/>
                  </a:lnTo>
                  <a:lnTo>
                    <a:pt x="1615485" y="1835087"/>
                  </a:lnTo>
                  <a:lnTo>
                    <a:pt x="1656907" y="1804230"/>
                  </a:lnTo>
                  <a:lnTo>
                    <a:pt x="1696459" y="1771040"/>
                  </a:lnTo>
                  <a:lnTo>
                    <a:pt x="1734040" y="1735602"/>
                  </a:lnTo>
                  <a:lnTo>
                    <a:pt x="1769551" y="1697999"/>
                  </a:lnTo>
                  <a:lnTo>
                    <a:pt x="1802892" y="1658315"/>
                  </a:lnTo>
                  <a:lnTo>
                    <a:pt x="2015490" y="1735721"/>
                  </a:lnTo>
                  <a:lnTo>
                    <a:pt x="2105913" y="1579143"/>
                  </a:lnTo>
                  <a:lnTo>
                    <a:pt x="1932558" y="1433677"/>
                  </a:lnTo>
                  <a:lnTo>
                    <a:pt x="1950276" y="1384948"/>
                  </a:lnTo>
                  <a:lnTo>
                    <a:pt x="1965096" y="1335380"/>
                  </a:lnTo>
                  <a:lnTo>
                    <a:pt x="1976999" y="1285104"/>
                  </a:lnTo>
                  <a:lnTo>
                    <a:pt x="1985965" y="1234249"/>
                  </a:lnTo>
                  <a:lnTo>
                    <a:pt x="1991975" y="1182944"/>
                  </a:lnTo>
                  <a:lnTo>
                    <a:pt x="1995007" y="1131317"/>
                  </a:lnTo>
                  <a:lnTo>
                    <a:pt x="1995043" y="1079500"/>
                  </a:lnTo>
                  <a:lnTo>
                    <a:pt x="2207641" y="1002157"/>
                  </a:lnTo>
                  <a:lnTo>
                    <a:pt x="2176272" y="824102"/>
                  </a:lnTo>
                  <a:lnTo>
                    <a:pt x="1949958" y="824102"/>
                  </a:lnTo>
                  <a:lnTo>
                    <a:pt x="1932225" y="775409"/>
                  </a:lnTo>
                  <a:lnTo>
                    <a:pt x="1911729" y="727921"/>
                  </a:lnTo>
                  <a:lnTo>
                    <a:pt x="1888535" y="681757"/>
                  </a:lnTo>
                  <a:lnTo>
                    <a:pt x="1862712" y="637036"/>
                  </a:lnTo>
                  <a:lnTo>
                    <a:pt x="1834325" y="593873"/>
                  </a:lnTo>
                  <a:lnTo>
                    <a:pt x="1803440" y="552388"/>
                  </a:lnTo>
                  <a:lnTo>
                    <a:pt x="1770125" y="512699"/>
                  </a:lnTo>
                  <a:lnTo>
                    <a:pt x="1883283" y="316611"/>
                  </a:lnTo>
                  <a:lnTo>
                    <a:pt x="1744853" y="200406"/>
                  </a:lnTo>
                  <a:lnTo>
                    <a:pt x="1571497" y="345948"/>
                  </a:lnTo>
                  <a:lnTo>
                    <a:pt x="1526592" y="320023"/>
                  </a:lnTo>
                  <a:lnTo>
                    <a:pt x="1480351" y="296813"/>
                  </a:lnTo>
                  <a:lnTo>
                    <a:pt x="1432901" y="276358"/>
                  </a:lnTo>
                  <a:lnTo>
                    <a:pt x="1384370" y="258697"/>
                  </a:lnTo>
                  <a:lnTo>
                    <a:pt x="1334883" y="243872"/>
                  </a:lnTo>
                  <a:lnTo>
                    <a:pt x="1284568" y="231921"/>
                  </a:lnTo>
                  <a:lnTo>
                    <a:pt x="1233551" y="222884"/>
                  </a:lnTo>
                  <a:lnTo>
                    <a:pt x="1194181" y="0"/>
                  </a:lnTo>
                  <a:close/>
                </a:path>
              </a:pathLst>
            </a:custGeom>
            <a:solidFill>
              <a:srgbClr val="2C21B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1948941" y="2462148"/>
              <a:ext cx="2207895" cy="2174240"/>
            </a:xfrm>
            <a:custGeom>
              <a:avLst/>
              <a:gdLst/>
              <a:ahLst/>
              <a:cxnLst/>
              <a:rect l="l" t="t" r="r" b="b"/>
              <a:pathLst>
                <a:path w="2207895" h="2174240">
                  <a:moveTo>
                    <a:pt x="1571497" y="345948"/>
                  </a:moveTo>
                  <a:lnTo>
                    <a:pt x="1744853" y="200406"/>
                  </a:lnTo>
                  <a:lnTo>
                    <a:pt x="1883283" y="316611"/>
                  </a:lnTo>
                  <a:lnTo>
                    <a:pt x="1770125" y="512699"/>
                  </a:lnTo>
                  <a:lnTo>
                    <a:pt x="1803440" y="552388"/>
                  </a:lnTo>
                  <a:lnTo>
                    <a:pt x="1834325" y="593873"/>
                  </a:lnTo>
                  <a:lnTo>
                    <a:pt x="1862712" y="637036"/>
                  </a:lnTo>
                  <a:lnTo>
                    <a:pt x="1888535" y="681757"/>
                  </a:lnTo>
                  <a:lnTo>
                    <a:pt x="1911729" y="727921"/>
                  </a:lnTo>
                  <a:lnTo>
                    <a:pt x="1932225" y="775409"/>
                  </a:lnTo>
                  <a:lnTo>
                    <a:pt x="1949958" y="824102"/>
                  </a:lnTo>
                  <a:lnTo>
                    <a:pt x="2176272" y="824102"/>
                  </a:lnTo>
                  <a:lnTo>
                    <a:pt x="2207641" y="1002157"/>
                  </a:lnTo>
                  <a:lnTo>
                    <a:pt x="1995043" y="1079500"/>
                  </a:lnTo>
                  <a:lnTo>
                    <a:pt x="1995007" y="1131317"/>
                  </a:lnTo>
                  <a:lnTo>
                    <a:pt x="1991975" y="1182944"/>
                  </a:lnTo>
                  <a:lnTo>
                    <a:pt x="1985965" y="1234249"/>
                  </a:lnTo>
                  <a:lnTo>
                    <a:pt x="1976999" y="1285104"/>
                  </a:lnTo>
                  <a:lnTo>
                    <a:pt x="1965096" y="1335380"/>
                  </a:lnTo>
                  <a:lnTo>
                    <a:pt x="1950276" y="1384948"/>
                  </a:lnTo>
                  <a:lnTo>
                    <a:pt x="1932558" y="1433677"/>
                  </a:lnTo>
                  <a:lnTo>
                    <a:pt x="2105913" y="1579143"/>
                  </a:lnTo>
                  <a:lnTo>
                    <a:pt x="2015490" y="1735721"/>
                  </a:lnTo>
                  <a:lnTo>
                    <a:pt x="1802892" y="1658315"/>
                  </a:lnTo>
                  <a:lnTo>
                    <a:pt x="1769551" y="1697999"/>
                  </a:lnTo>
                  <a:lnTo>
                    <a:pt x="1734040" y="1735602"/>
                  </a:lnTo>
                  <a:lnTo>
                    <a:pt x="1696459" y="1771040"/>
                  </a:lnTo>
                  <a:lnTo>
                    <a:pt x="1656907" y="1804230"/>
                  </a:lnTo>
                  <a:lnTo>
                    <a:pt x="1615485" y="1835087"/>
                  </a:lnTo>
                  <a:lnTo>
                    <a:pt x="1572292" y="1863528"/>
                  </a:lnTo>
                  <a:lnTo>
                    <a:pt x="1527429" y="1889467"/>
                  </a:lnTo>
                  <a:lnTo>
                    <a:pt x="1566671" y="2112352"/>
                  </a:lnTo>
                  <a:lnTo>
                    <a:pt x="1396745" y="2174189"/>
                  </a:lnTo>
                  <a:lnTo>
                    <a:pt x="1283589" y="1978190"/>
                  </a:lnTo>
                  <a:lnTo>
                    <a:pt x="1232548" y="1987161"/>
                  </a:lnTo>
                  <a:lnTo>
                    <a:pt x="1181186" y="1993142"/>
                  </a:lnTo>
                  <a:lnTo>
                    <a:pt x="1129630" y="1996132"/>
                  </a:lnTo>
                  <a:lnTo>
                    <a:pt x="1078010" y="1996132"/>
                  </a:lnTo>
                  <a:lnTo>
                    <a:pt x="1026454" y="1993142"/>
                  </a:lnTo>
                  <a:lnTo>
                    <a:pt x="975092" y="1987161"/>
                  </a:lnTo>
                  <a:lnTo>
                    <a:pt x="924051" y="1978190"/>
                  </a:lnTo>
                  <a:lnTo>
                    <a:pt x="810894" y="2174189"/>
                  </a:lnTo>
                  <a:lnTo>
                    <a:pt x="640969" y="2112352"/>
                  </a:lnTo>
                  <a:lnTo>
                    <a:pt x="680212" y="1889467"/>
                  </a:lnTo>
                  <a:lnTo>
                    <a:pt x="635348" y="1863528"/>
                  </a:lnTo>
                  <a:lnTo>
                    <a:pt x="592155" y="1835087"/>
                  </a:lnTo>
                  <a:lnTo>
                    <a:pt x="550733" y="1804230"/>
                  </a:lnTo>
                  <a:lnTo>
                    <a:pt x="511181" y="1771040"/>
                  </a:lnTo>
                  <a:lnTo>
                    <a:pt x="473600" y="1735602"/>
                  </a:lnTo>
                  <a:lnTo>
                    <a:pt x="438089" y="1697999"/>
                  </a:lnTo>
                  <a:lnTo>
                    <a:pt x="404749" y="1658315"/>
                  </a:lnTo>
                  <a:lnTo>
                    <a:pt x="192150" y="1735721"/>
                  </a:lnTo>
                  <a:lnTo>
                    <a:pt x="101726" y="1579143"/>
                  </a:lnTo>
                  <a:lnTo>
                    <a:pt x="275081" y="1433677"/>
                  </a:lnTo>
                  <a:lnTo>
                    <a:pt x="257364" y="1384948"/>
                  </a:lnTo>
                  <a:lnTo>
                    <a:pt x="242544" y="1335380"/>
                  </a:lnTo>
                  <a:lnTo>
                    <a:pt x="230641" y="1285104"/>
                  </a:lnTo>
                  <a:lnTo>
                    <a:pt x="221675" y="1234249"/>
                  </a:lnTo>
                  <a:lnTo>
                    <a:pt x="215665" y="1182944"/>
                  </a:lnTo>
                  <a:lnTo>
                    <a:pt x="212633" y="1131317"/>
                  </a:lnTo>
                  <a:lnTo>
                    <a:pt x="212597" y="1079500"/>
                  </a:lnTo>
                  <a:lnTo>
                    <a:pt x="0" y="1002157"/>
                  </a:lnTo>
                  <a:lnTo>
                    <a:pt x="31368" y="824102"/>
                  </a:lnTo>
                  <a:lnTo>
                    <a:pt x="257682" y="824102"/>
                  </a:lnTo>
                  <a:lnTo>
                    <a:pt x="275415" y="775409"/>
                  </a:lnTo>
                  <a:lnTo>
                    <a:pt x="295911" y="727921"/>
                  </a:lnTo>
                  <a:lnTo>
                    <a:pt x="319105" y="681757"/>
                  </a:lnTo>
                  <a:lnTo>
                    <a:pt x="344928" y="637036"/>
                  </a:lnTo>
                  <a:lnTo>
                    <a:pt x="373315" y="593873"/>
                  </a:lnTo>
                  <a:lnTo>
                    <a:pt x="404200" y="552388"/>
                  </a:lnTo>
                  <a:lnTo>
                    <a:pt x="437514" y="512699"/>
                  </a:lnTo>
                  <a:lnTo>
                    <a:pt x="324357" y="316611"/>
                  </a:lnTo>
                  <a:lnTo>
                    <a:pt x="462788" y="200406"/>
                  </a:lnTo>
                  <a:lnTo>
                    <a:pt x="636143" y="345948"/>
                  </a:lnTo>
                  <a:lnTo>
                    <a:pt x="681048" y="320023"/>
                  </a:lnTo>
                  <a:lnTo>
                    <a:pt x="727289" y="296813"/>
                  </a:lnTo>
                  <a:lnTo>
                    <a:pt x="774739" y="276358"/>
                  </a:lnTo>
                  <a:lnTo>
                    <a:pt x="823270" y="258697"/>
                  </a:lnTo>
                  <a:lnTo>
                    <a:pt x="872757" y="243872"/>
                  </a:lnTo>
                  <a:lnTo>
                    <a:pt x="923072" y="231921"/>
                  </a:lnTo>
                  <a:lnTo>
                    <a:pt x="974089" y="222884"/>
                  </a:lnTo>
                  <a:lnTo>
                    <a:pt x="1013459" y="0"/>
                  </a:lnTo>
                  <a:lnTo>
                    <a:pt x="1194181" y="0"/>
                  </a:lnTo>
                  <a:lnTo>
                    <a:pt x="1233551" y="222884"/>
                  </a:lnTo>
                  <a:lnTo>
                    <a:pt x="1284568" y="231921"/>
                  </a:lnTo>
                  <a:lnTo>
                    <a:pt x="1334883" y="243872"/>
                  </a:lnTo>
                  <a:lnTo>
                    <a:pt x="1384370" y="258697"/>
                  </a:lnTo>
                  <a:lnTo>
                    <a:pt x="1432901" y="276358"/>
                  </a:lnTo>
                  <a:lnTo>
                    <a:pt x="1480351" y="296813"/>
                  </a:lnTo>
                  <a:lnTo>
                    <a:pt x="1526592" y="320023"/>
                  </a:lnTo>
                  <a:lnTo>
                    <a:pt x="1571497" y="345948"/>
                  </a:lnTo>
                  <a:close/>
                </a:path>
              </a:pathLst>
            </a:custGeom>
            <a:ln w="25400">
              <a:solidFill>
                <a:srgbClr val="181D2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714743" y="1938273"/>
              <a:ext cx="1466215" cy="1591310"/>
            </a:xfrm>
            <a:custGeom>
              <a:avLst/>
              <a:gdLst/>
              <a:ahLst/>
              <a:cxnLst/>
              <a:rect l="l" t="t" r="r" b="b"/>
              <a:pathLst>
                <a:path w="1466214" h="1591310">
                  <a:moveTo>
                    <a:pt x="821448" y="0"/>
                  </a:moveTo>
                  <a:lnTo>
                    <a:pt x="644664" y="0"/>
                  </a:lnTo>
                  <a:lnTo>
                    <a:pt x="587260" y="244348"/>
                  </a:lnTo>
                  <a:lnTo>
                    <a:pt x="539058" y="259405"/>
                  </a:lnTo>
                  <a:lnTo>
                    <a:pt x="492563" y="278576"/>
                  </a:lnTo>
                  <a:lnTo>
                    <a:pt x="448029" y="301720"/>
                  </a:lnTo>
                  <a:lnTo>
                    <a:pt x="405707" y="328694"/>
                  </a:lnTo>
                  <a:lnTo>
                    <a:pt x="365851" y="359359"/>
                  </a:lnTo>
                  <a:lnTo>
                    <a:pt x="328714" y="393573"/>
                  </a:lnTo>
                  <a:lnTo>
                    <a:pt x="88417" y="321056"/>
                  </a:lnTo>
                  <a:lnTo>
                    <a:pt x="0" y="474218"/>
                  </a:lnTo>
                  <a:lnTo>
                    <a:pt x="182867" y="646176"/>
                  </a:lnTo>
                  <a:lnTo>
                    <a:pt x="171823" y="695412"/>
                  </a:lnTo>
                  <a:lnTo>
                    <a:pt x="165197" y="745254"/>
                  </a:lnTo>
                  <a:lnTo>
                    <a:pt x="162988" y="795401"/>
                  </a:lnTo>
                  <a:lnTo>
                    <a:pt x="165197" y="845547"/>
                  </a:lnTo>
                  <a:lnTo>
                    <a:pt x="171823" y="895389"/>
                  </a:lnTo>
                  <a:lnTo>
                    <a:pt x="182867" y="944626"/>
                  </a:lnTo>
                  <a:lnTo>
                    <a:pt x="0" y="1116583"/>
                  </a:lnTo>
                  <a:lnTo>
                    <a:pt x="88417" y="1269745"/>
                  </a:lnTo>
                  <a:lnTo>
                    <a:pt x="328714" y="1197228"/>
                  </a:lnTo>
                  <a:lnTo>
                    <a:pt x="365851" y="1231442"/>
                  </a:lnTo>
                  <a:lnTo>
                    <a:pt x="405707" y="1262107"/>
                  </a:lnTo>
                  <a:lnTo>
                    <a:pt x="448029" y="1289081"/>
                  </a:lnTo>
                  <a:lnTo>
                    <a:pt x="492563" y="1312225"/>
                  </a:lnTo>
                  <a:lnTo>
                    <a:pt x="539058" y="1331396"/>
                  </a:lnTo>
                  <a:lnTo>
                    <a:pt x="587260" y="1346453"/>
                  </a:lnTo>
                  <a:lnTo>
                    <a:pt x="644664" y="1590802"/>
                  </a:lnTo>
                  <a:lnTo>
                    <a:pt x="821448" y="1590802"/>
                  </a:lnTo>
                  <a:lnTo>
                    <a:pt x="878852" y="1346453"/>
                  </a:lnTo>
                  <a:lnTo>
                    <a:pt x="927048" y="1331396"/>
                  </a:lnTo>
                  <a:lnTo>
                    <a:pt x="973547" y="1312225"/>
                  </a:lnTo>
                  <a:lnTo>
                    <a:pt x="1018092" y="1289081"/>
                  </a:lnTo>
                  <a:lnTo>
                    <a:pt x="1060425" y="1262107"/>
                  </a:lnTo>
                  <a:lnTo>
                    <a:pt x="1100288" y="1231442"/>
                  </a:lnTo>
                  <a:lnTo>
                    <a:pt x="1137424" y="1197228"/>
                  </a:lnTo>
                  <a:lnTo>
                    <a:pt x="1377708" y="1269745"/>
                  </a:lnTo>
                  <a:lnTo>
                    <a:pt x="1466100" y="1116583"/>
                  </a:lnTo>
                  <a:lnTo>
                    <a:pt x="1283220" y="944626"/>
                  </a:lnTo>
                  <a:lnTo>
                    <a:pt x="1294280" y="895389"/>
                  </a:lnTo>
                  <a:lnTo>
                    <a:pt x="1300916" y="845547"/>
                  </a:lnTo>
                  <a:lnTo>
                    <a:pt x="1303127" y="795401"/>
                  </a:lnTo>
                  <a:lnTo>
                    <a:pt x="1300916" y="745254"/>
                  </a:lnTo>
                  <a:lnTo>
                    <a:pt x="1294280" y="695412"/>
                  </a:lnTo>
                  <a:lnTo>
                    <a:pt x="1283220" y="646176"/>
                  </a:lnTo>
                  <a:lnTo>
                    <a:pt x="1466100" y="474218"/>
                  </a:lnTo>
                  <a:lnTo>
                    <a:pt x="1377708" y="321056"/>
                  </a:lnTo>
                  <a:lnTo>
                    <a:pt x="1137424" y="393573"/>
                  </a:lnTo>
                  <a:lnTo>
                    <a:pt x="1100288" y="359359"/>
                  </a:lnTo>
                  <a:lnTo>
                    <a:pt x="1060425" y="328694"/>
                  </a:lnTo>
                  <a:lnTo>
                    <a:pt x="1018092" y="301720"/>
                  </a:lnTo>
                  <a:lnTo>
                    <a:pt x="973547" y="278576"/>
                  </a:lnTo>
                  <a:lnTo>
                    <a:pt x="927048" y="259405"/>
                  </a:lnTo>
                  <a:lnTo>
                    <a:pt x="878852" y="244348"/>
                  </a:lnTo>
                  <a:lnTo>
                    <a:pt x="821448" y="0"/>
                  </a:lnTo>
                  <a:close/>
                </a:path>
              </a:pathLst>
            </a:custGeom>
            <a:solidFill>
              <a:srgbClr val="5B54D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714743" y="1938273"/>
              <a:ext cx="1466215" cy="1591310"/>
            </a:xfrm>
            <a:custGeom>
              <a:avLst/>
              <a:gdLst/>
              <a:ahLst/>
              <a:cxnLst/>
              <a:rect l="l" t="t" r="r" b="b"/>
              <a:pathLst>
                <a:path w="1466214" h="1591310">
                  <a:moveTo>
                    <a:pt x="1137424" y="393573"/>
                  </a:moveTo>
                  <a:lnTo>
                    <a:pt x="1377708" y="321056"/>
                  </a:lnTo>
                  <a:lnTo>
                    <a:pt x="1466100" y="474218"/>
                  </a:lnTo>
                  <a:lnTo>
                    <a:pt x="1283220" y="646176"/>
                  </a:lnTo>
                  <a:lnTo>
                    <a:pt x="1294280" y="695412"/>
                  </a:lnTo>
                  <a:lnTo>
                    <a:pt x="1300916" y="745254"/>
                  </a:lnTo>
                  <a:lnTo>
                    <a:pt x="1303127" y="795401"/>
                  </a:lnTo>
                  <a:lnTo>
                    <a:pt x="1300916" y="845547"/>
                  </a:lnTo>
                  <a:lnTo>
                    <a:pt x="1294280" y="895389"/>
                  </a:lnTo>
                  <a:lnTo>
                    <a:pt x="1283220" y="944626"/>
                  </a:lnTo>
                  <a:lnTo>
                    <a:pt x="1466100" y="1116583"/>
                  </a:lnTo>
                  <a:lnTo>
                    <a:pt x="1377708" y="1269745"/>
                  </a:lnTo>
                  <a:lnTo>
                    <a:pt x="1137424" y="1197228"/>
                  </a:lnTo>
                  <a:lnTo>
                    <a:pt x="1100288" y="1231442"/>
                  </a:lnTo>
                  <a:lnTo>
                    <a:pt x="1060425" y="1262107"/>
                  </a:lnTo>
                  <a:lnTo>
                    <a:pt x="1018092" y="1289081"/>
                  </a:lnTo>
                  <a:lnTo>
                    <a:pt x="973547" y="1312225"/>
                  </a:lnTo>
                  <a:lnTo>
                    <a:pt x="927048" y="1331396"/>
                  </a:lnTo>
                  <a:lnTo>
                    <a:pt x="878852" y="1346453"/>
                  </a:lnTo>
                  <a:lnTo>
                    <a:pt x="821448" y="1590802"/>
                  </a:lnTo>
                  <a:lnTo>
                    <a:pt x="644664" y="1590802"/>
                  </a:lnTo>
                  <a:lnTo>
                    <a:pt x="587260" y="1346453"/>
                  </a:lnTo>
                  <a:lnTo>
                    <a:pt x="539058" y="1331396"/>
                  </a:lnTo>
                  <a:lnTo>
                    <a:pt x="492563" y="1312225"/>
                  </a:lnTo>
                  <a:lnTo>
                    <a:pt x="448029" y="1289081"/>
                  </a:lnTo>
                  <a:lnTo>
                    <a:pt x="405707" y="1262107"/>
                  </a:lnTo>
                  <a:lnTo>
                    <a:pt x="365851" y="1231442"/>
                  </a:lnTo>
                  <a:lnTo>
                    <a:pt x="328714" y="1197228"/>
                  </a:lnTo>
                  <a:lnTo>
                    <a:pt x="88417" y="1269745"/>
                  </a:lnTo>
                  <a:lnTo>
                    <a:pt x="0" y="1116583"/>
                  </a:lnTo>
                  <a:lnTo>
                    <a:pt x="182867" y="944626"/>
                  </a:lnTo>
                  <a:lnTo>
                    <a:pt x="171823" y="895389"/>
                  </a:lnTo>
                  <a:lnTo>
                    <a:pt x="165197" y="845547"/>
                  </a:lnTo>
                  <a:lnTo>
                    <a:pt x="162988" y="795401"/>
                  </a:lnTo>
                  <a:lnTo>
                    <a:pt x="165197" y="745254"/>
                  </a:lnTo>
                  <a:lnTo>
                    <a:pt x="171823" y="695412"/>
                  </a:lnTo>
                  <a:lnTo>
                    <a:pt x="182867" y="646176"/>
                  </a:lnTo>
                  <a:lnTo>
                    <a:pt x="0" y="474218"/>
                  </a:lnTo>
                  <a:lnTo>
                    <a:pt x="88417" y="321056"/>
                  </a:lnTo>
                  <a:lnTo>
                    <a:pt x="328714" y="393573"/>
                  </a:lnTo>
                  <a:lnTo>
                    <a:pt x="365851" y="359359"/>
                  </a:lnTo>
                  <a:lnTo>
                    <a:pt x="405707" y="328694"/>
                  </a:lnTo>
                  <a:lnTo>
                    <a:pt x="448029" y="301720"/>
                  </a:lnTo>
                  <a:lnTo>
                    <a:pt x="492563" y="278576"/>
                  </a:lnTo>
                  <a:lnTo>
                    <a:pt x="539058" y="259405"/>
                  </a:lnTo>
                  <a:lnTo>
                    <a:pt x="587260" y="244348"/>
                  </a:lnTo>
                  <a:lnTo>
                    <a:pt x="644664" y="0"/>
                  </a:lnTo>
                  <a:lnTo>
                    <a:pt x="821448" y="0"/>
                  </a:lnTo>
                  <a:lnTo>
                    <a:pt x="878852" y="244348"/>
                  </a:lnTo>
                  <a:lnTo>
                    <a:pt x="927048" y="259405"/>
                  </a:lnTo>
                  <a:lnTo>
                    <a:pt x="973547" y="278576"/>
                  </a:lnTo>
                  <a:lnTo>
                    <a:pt x="1018092" y="301720"/>
                  </a:lnTo>
                  <a:lnTo>
                    <a:pt x="1060425" y="328694"/>
                  </a:lnTo>
                  <a:lnTo>
                    <a:pt x="1100288" y="359359"/>
                  </a:lnTo>
                  <a:lnTo>
                    <a:pt x="1137424" y="393573"/>
                  </a:lnTo>
                  <a:close/>
                </a:path>
              </a:pathLst>
            </a:custGeom>
            <a:ln w="25400">
              <a:solidFill>
                <a:srgbClr val="181D2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" name="object 9"/>
          <p:cNvSpPr txBox="1"/>
          <p:nvPr/>
        </p:nvSpPr>
        <p:spPr>
          <a:xfrm>
            <a:off x="1049337" y="2462593"/>
            <a:ext cx="2516505" cy="140843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0665" marR="1733550" indent="-228600">
              <a:lnSpc>
                <a:spcPct val="125299"/>
              </a:lnSpc>
              <a:spcBef>
                <a:spcPts val="100"/>
              </a:spcBef>
            </a:pPr>
            <a:r>
              <a:rPr sz="1200" b="1" spc="-10" dirty="0">
                <a:solidFill>
                  <a:srgbClr val="FFFFFF"/>
                </a:solidFill>
                <a:latin typeface="Malgun Gothic"/>
                <a:cs typeface="Malgun Gothic"/>
              </a:rPr>
              <a:t>개인맞춤형 </a:t>
            </a:r>
            <a:r>
              <a:rPr sz="1200" b="1" spc="-25" dirty="0">
                <a:solidFill>
                  <a:srgbClr val="FFFFFF"/>
                </a:solidFill>
                <a:latin typeface="Malgun Gothic"/>
                <a:cs typeface="Malgun Gothic"/>
              </a:rPr>
              <a:t>학습</a:t>
            </a:r>
            <a:endParaRPr sz="1200">
              <a:latin typeface="Malgun Gothic"/>
              <a:cs typeface="Malgun Gothic"/>
            </a:endParaRPr>
          </a:p>
          <a:p>
            <a:pPr marL="1497330" marR="5080" indent="95250">
              <a:lnSpc>
                <a:spcPct val="179600"/>
              </a:lnSpc>
              <a:spcBef>
                <a:spcPts val="810"/>
              </a:spcBef>
            </a:pPr>
            <a:r>
              <a:rPr sz="1500" b="1" dirty="0">
                <a:solidFill>
                  <a:srgbClr val="FFFFFF"/>
                </a:solidFill>
                <a:latin typeface="Arial"/>
                <a:cs typeface="Arial"/>
              </a:rPr>
              <a:t>AI</a:t>
            </a:r>
            <a:r>
              <a:rPr sz="1500" b="1" spc="-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500" b="1" spc="-25" dirty="0">
                <a:solidFill>
                  <a:srgbClr val="FFFFFF"/>
                </a:solidFill>
                <a:latin typeface="Malgun Gothic"/>
                <a:cs typeface="Malgun Gothic"/>
              </a:rPr>
              <a:t>기술의 </a:t>
            </a:r>
            <a:r>
              <a:rPr sz="1500" b="1" dirty="0">
                <a:solidFill>
                  <a:srgbClr val="FFFFFF"/>
                </a:solidFill>
                <a:latin typeface="Malgun Gothic"/>
                <a:cs typeface="Malgun Gothic"/>
              </a:rPr>
              <a:t>적극적</a:t>
            </a:r>
            <a:r>
              <a:rPr sz="1500" b="1" spc="-114" dirty="0">
                <a:solidFill>
                  <a:srgbClr val="FFFFFF"/>
                </a:solidFill>
                <a:latin typeface="Malgun Gothic"/>
                <a:cs typeface="Malgun Gothic"/>
              </a:rPr>
              <a:t> </a:t>
            </a:r>
            <a:r>
              <a:rPr sz="1500" b="1" spc="-25" dirty="0">
                <a:solidFill>
                  <a:srgbClr val="FFFFFF"/>
                </a:solidFill>
                <a:latin typeface="Malgun Gothic"/>
                <a:cs typeface="Malgun Gothic"/>
              </a:rPr>
              <a:t>활용</a:t>
            </a:r>
            <a:endParaRPr sz="1500">
              <a:latin typeface="Malgun Gothic"/>
              <a:cs typeface="Malgun Gothic"/>
            </a:endParaRPr>
          </a:p>
        </p:txBody>
      </p:sp>
      <p:grpSp>
        <p:nvGrpSpPr>
          <p:cNvPr id="10" name="object 10"/>
          <p:cNvGrpSpPr/>
          <p:nvPr/>
        </p:nvGrpSpPr>
        <p:grpSpPr>
          <a:xfrm>
            <a:off x="1549527" y="804291"/>
            <a:ext cx="1572895" cy="1572895"/>
            <a:chOff x="1549527" y="804291"/>
            <a:chExt cx="1572895" cy="1572895"/>
          </a:xfrm>
        </p:grpSpPr>
        <p:sp>
          <p:nvSpPr>
            <p:cNvPr id="11" name="object 11"/>
            <p:cNvSpPr/>
            <p:nvPr/>
          </p:nvSpPr>
          <p:spPr>
            <a:xfrm>
              <a:off x="1562227" y="816991"/>
              <a:ext cx="1547495" cy="1547495"/>
            </a:xfrm>
            <a:custGeom>
              <a:avLst/>
              <a:gdLst/>
              <a:ahLst/>
              <a:cxnLst/>
              <a:rect l="l" t="t" r="r" b="b"/>
              <a:pathLst>
                <a:path w="1547495" h="1547495">
                  <a:moveTo>
                    <a:pt x="655828" y="0"/>
                  </a:moveTo>
                  <a:lnTo>
                    <a:pt x="488822" y="44831"/>
                  </a:lnTo>
                  <a:lnTo>
                    <a:pt x="496442" y="290068"/>
                  </a:lnTo>
                  <a:lnTo>
                    <a:pt x="454715" y="316502"/>
                  </a:lnTo>
                  <a:lnTo>
                    <a:pt x="415647" y="346394"/>
                  </a:lnTo>
                  <a:lnTo>
                    <a:pt x="379444" y="379539"/>
                  </a:lnTo>
                  <a:lnTo>
                    <a:pt x="346310" y="415732"/>
                  </a:lnTo>
                  <a:lnTo>
                    <a:pt x="316449" y="454768"/>
                  </a:lnTo>
                  <a:lnTo>
                    <a:pt x="290067" y="496443"/>
                  </a:lnTo>
                  <a:lnTo>
                    <a:pt x="44703" y="488823"/>
                  </a:lnTo>
                  <a:lnTo>
                    <a:pt x="0" y="655955"/>
                  </a:lnTo>
                  <a:lnTo>
                    <a:pt x="216153" y="772033"/>
                  </a:lnTo>
                  <a:lnTo>
                    <a:pt x="218205" y="821324"/>
                  </a:lnTo>
                  <a:lnTo>
                    <a:pt x="224568" y="870076"/>
                  </a:lnTo>
                  <a:lnTo>
                    <a:pt x="235172" y="918003"/>
                  </a:lnTo>
                  <a:lnTo>
                    <a:pt x="249945" y="964818"/>
                  </a:lnTo>
                  <a:lnTo>
                    <a:pt x="268817" y="1010237"/>
                  </a:lnTo>
                  <a:lnTo>
                    <a:pt x="291718" y="1053973"/>
                  </a:lnTo>
                  <a:lnTo>
                    <a:pt x="162559" y="1262634"/>
                  </a:lnTo>
                  <a:lnTo>
                    <a:pt x="284734" y="1384808"/>
                  </a:lnTo>
                  <a:lnTo>
                    <a:pt x="493395" y="1255649"/>
                  </a:lnTo>
                  <a:lnTo>
                    <a:pt x="537130" y="1278550"/>
                  </a:lnTo>
                  <a:lnTo>
                    <a:pt x="582548" y="1297422"/>
                  </a:lnTo>
                  <a:lnTo>
                    <a:pt x="629364" y="1312195"/>
                  </a:lnTo>
                  <a:lnTo>
                    <a:pt x="677291" y="1322799"/>
                  </a:lnTo>
                  <a:lnTo>
                    <a:pt x="726043" y="1329162"/>
                  </a:lnTo>
                  <a:lnTo>
                    <a:pt x="775335" y="1331214"/>
                  </a:lnTo>
                  <a:lnTo>
                    <a:pt x="891412" y="1547368"/>
                  </a:lnTo>
                  <a:lnTo>
                    <a:pt x="1058545" y="1502664"/>
                  </a:lnTo>
                  <a:lnTo>
                    <a:pt x="1050924" y="1257300"/>
                  </a:lnTo>
                  <a:lnTo>
                    <a:pt x="1092599" y="1230918"/>
                  </a:lnTo>
                  <a:lnTo>
                    <a:pt x="1131635" y="1201057"/>
                  </a:lnTo>
                  <a:lnTo>
                    <a:pt x="1167828" y="1167923"/>
                  </a:lnTo>
                  <a:lnTo>
                    <a:pt x="1200973" y="1131720"/>
                  </a:lnTo>
                  <a:lnTo>
                    <a:pt x="1230865" y="1092652"/>
                  </a:lnTo>
                  <a:lnTo>
                    <a:pt x="1257299" y="1050925"/>
                  </a:lnTo>
                  <a:lnTo>
                    <a:pt x="1502536" y="1058545"/>
                  </a:lnTo>
                  <a:lnTo>
                    <a:pt x="1547367" y="891539"/>
                  </a:lnTo>
                  <a:lnTo>
                    <a:pt x="1331086" y="775462"/>
                  </a:lnTo>
                  <a:lnTo>
                    <a:pt x="1329079" y="726126"/>
                  </a:lnTo>
                  <a:lnTo>
                    <a:pt x="1322728" y="677361"/>
                  </a:lnTo>
                  <a:lnTo>
                    <a:pt x="1312116" y="629443"/>
                  </a:lnTo>
                  <a:lnTo>
                    <a:pt x="1297323" y="582647"/>
                  </a:lnTo>
                  <a:lnTo>
                    <a:pt x="1278431" y="537248"/>
                  </a:lnTo>
                  <a:lnTo>
                    <a:pt x="1255522" y="493522"/>
                  </a:lnTo>
                  <a:lnTo>
                    <a:pt x="1384808" y="284861"/>
                  </a:lnTo>
                  <a:lnTo>
                    <a:pt x="1262506" y="162560"/>
                  </a:lnTo>
                  <a:lnTo>
                    <a:pt x="1053846" y="291846"/>
                  </a:lnTo>
                  <a:lnTo>
                    <a:pt x="1010119" y="268936"/>
                  </a:lnTo>
                  <a:lnTo>
                    <a:pt x="964720" y="250044"/>
                  </a:lnTo>
                  <a:lnTo>
                    <a:pt x="917924" y="235251"/>
                  </a:lnTo>
                  <a:lnTo>
                    <a:pt x="870006" y="224639"/>
                  </a:lnTo>
                  <a:lnTo>
                    <a:pt x="821241" y="218288"/>
                  </a:lnTo>
                  <a:lnTo>
                    <a:pt x="771905" y="216281"/>
                  </a:lnTo>
                  <a:lnTo>
                    <a:pt x="655828" y="0"/>
                  </a:lnTo>
                  <a:close/>
                </a:path>
              </a:pathLst>
            </a:custGeom>
            <a:solidFill>
              <a:srgbClr val="9A97D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1562227" y="816991"/>
              <a:ext cx="1547495" cy="1547495"/>
            </a:xfrm>
            <a:custGeom>
              <a:avLst/>
              <a:gdLst/>
              <a:ahLst/>
              <a:cxnLst/>
              <a:rect l="l" t="t" r="r" b="b"/>
              <a:pathLst>
                <a:path w="1547495" h="1547495">
                  <a:moveTo>
                    <a:pt x="1053846" y="291846"/>
                  </a:moveTo>
                  <a:lnTo>
                    <a:pt x="1262506" y="162560"/>
                  </a:lnTo>
                  <a:lnTo>
                    <a:pt x="1384808" y="284861"/>
                  </a:lnTo>
                  <a:lnTo>
                    <a:pt x="1255522" y="493522"/>
                  </a:lnTo>
                  <a:lnTo>
                    <a:pt x="1278431" y="537248"/>
                  </a:lnTo>
                  <a:lnTo>
                    <a:pt x="1297323" y="582647"/>
                  </a:lnTo>
                  <a:lnTo>
                    <a:pt x="1312116" y="629443"/>
                  </a:lnTo>
                  <a:lnTo>
                    <a:pt x="1322728" y="677361"/>
                  </a:lnTo>
                  <a:lnTo>
                    <a:pt x="1329079" y="726126"/>
                  </a:lnTo>
                  <a:lnTo>
                    <a:pt x="1331086" y="775462"/>
                  </a:lnTo>
                  <a:lnTo>
                    <a:pt x="1547367" y="891539"/>
                  </a:lnTo>
                  <a:lnTo>
                    <a:pt x="1502536" y="1058545"/>
                  </a:lnTo>
                  <a:lnTo>
                    <a:pt x="1257299" y="1050925"/>
                  </a:lnTo>
                  <a:lnTo>
                    <a:pt x="1230865" y="1092652"/>
                  </a:lnTo>
                  <a:lnTo>
                    <a:pt x="1200973" y="1131720"/>
                  </a:lnTo>
                  <a:lnTo>
                    <a:pt x="1167828" y="1167923"/>
                  </a:lnTo>
                  <a:lnTo>
                    <a:pt x="1131635" y="1201057"/>
                  </a:lnTo>
                  <a:lnTo>
                    <a:pt x="1092599" y="1230918"/>
                  </a:lnTo>
                  <a:lnTo>
                    <a:pt x="1050924" y="1257300"/>
                  </a:lnTo>
                  <a:lnTo>
                    <a:pt x="1058545" y="1502664"/>
                  </a:lnTo>
                  <a:lnTo>
                    <a:pt x="891412" y="1547368"/>
                  </a:lnTo>
                  <a:lnTo>
                    <a:pt x="775335" y="1331214"/>
                  </a:lnTo>
                  <a:lnTo>
                    <a:pt x="726043" y="1329162"/>
                  </a:lnTo>
                  <a:lnTo>
                    <a:pt x="677291" y="1322799"/>
                  </a:lnTo>
                  <a:lnTo>
                    <a:pt x="629364" y="1312195"/>
                  </a:lnTo>
                  <a:lnTo>
                    <a:pt x="582548" y="1297422"/>
                  </a:lnTo>
                  <a:lnTo>
                    <a:pt x="537130" y="1278550"/>
                  </a:lnTo>
                  <a:lnTo>
                    <a:pt x="493395" y="1255649"/>
                  </a:lnTo>
                  <a:lnTo>
                    <a:pt x="284734" y="1384808"/>
                  </a:lnTo>
                  <a:lnTo>
                    <a:pt x="162559" y="1262634"/>
                  </a:lnTo>
                  <a:lnTo>
                    <a:pt x="291718" y="1053973"/>
                  </a:lnTo>
                  <a:lnTo>
                    <a:pt x="268817" y="1010237"/>
                  </a:lnTo>
                  <a:lnTo>
                    <a:pt x="249945" y="964818"/>
                  </a:lnTo>
                  <a:lnTo>
                    <a:pt x="235172" y="918003"/>
                  </a:lnTo>
                  <a:lnTo>
                    <a:pt x="224568" y="870076"/>
                  </a:lnTo>
                  <a:lnTo>
                    <a:pt x="218205" y="821324"/>
                  </a:lnTo>
                  <a:lnTo>
                    <a:pt x="216153" y="772033"/>
                  </a:lnTo>
                  <a:lnTo>
                    <a:pt x="0" y="655955"/>
                  </a:lnTo>
                  <a:lnTo>
                    <a:pt x="44703" y="488823"/>
                  </a:lnTo>
                  <a:lnTo>
                    <a:pt x="290067" y="496443"/>
                  </a:lnTo>
                  <a:lnTo>
                    <a:pt x="316449" y="454768"/>
                  </a:lnTo>
                  <a:lnTo>
                    <a:pt x="346310" y="415732"/>
                  </a:lnTo>
                  <a:lnTo>
                    <a:pt x="379444" y="379539"/>
                  </a:lnTo>
                  <a:lnTo>
                    <a:pt x="415647" y="346394"/>
                  </a:lnTo>
                  <a:lnTo>
                    <a:pt x="454715" y="316502"/>
                  </a:lnTo>
                  <a:lnTo>
                    <a:pt x="496442" y="290068"/>
                  </a:lnTo>
                  <a:lnTo>
                    <a:pt x="488822" y="44831"/>
                  </a:lnTo>
                  <a:lnTo>
                    <a:pt x="655828" y="0"/>
                  </a:lnTo>
                  <a:lnTo>
                    <a:pt x="771905" y="216281"/>
                  </a:lnTo>
                  <a:lnTo>
                    <a:pt x="821241" y="218288"/>
                  </a:lnTo>
                  <a:lnTo>
                    <a:pt x="870006" y="224639"/>
                  </a:lnTo>
                  <a:lnTo>
                    <a:pt x="917924" y="235251"/>
                  </a:lnTo>
                  <a:lnTo>
                    <a:pt x="964720" y="250044"/>
                  </a:lnTo>
                  <a:lnTo>
                    <a:pt x="1010119" y="268936"/>
                  </a:lnTo>
                  <a:lnTo>
                    <a:pt x="1053846" y="291846"/>
                  </a:lnTo>
                  <a:close/>
                </a:path>
              </a:pathLst>
            </a:custGeom>
            <a:ln w="25400">
              <a:solidFill>
                <a:srgbClr val="181D2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3" name="object 13"/>
          <p:cNvSpPr txBox="1"/>
          <p:nvPr/>
        </p:nvSpPr>
        <p:spPr>
          <a:xfrm>
            <a:off x="1969770" y="1269047"/>
            <a:ext cx="741045" cy="57912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90500" marR="5080" indent="-177800">
              <a:lnSpc>
                <a:spcPct val="129800"/>
              </a:lnSpc>
              <a:spcBef>
                <a:spcPts val="90"/>
              </a:spcBef>
            </a:pPr>
            <a:r>
              <a:rPr sz="1400" b="1" spc="-20" dirty="0">
                <a:solidFill>
                  <a:srgbClr val="FFFFFF"/>
                </a:solidFill>
                <a:latin typeface="Malgun Gothic"/>
                <a:cs typeface="Malgun Gothic"/>
              </a:rPr>
              <a:t>자기주도 </a:t>
            </a:r>
            <a:r>
              <a:rPr sz="1400" b="1" spc="-25" dirty="0">
                <a:solidFill>
                  <a:srgbClr val="FFFFFF"/>
                </a:solidFill>
                <a:latin typeface="Malgun Gothic"/>
                <a:cs typeface="Malgun Gothic"/>
              </a:rPr>
              <a:t>학습</a:t>
            </a:r>
            <a:endParaRPr sz="1400">
              <a:latin typeface="Malgun Gothic"/>
              <a:cs typeface="Malgun Gothic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3056508" y="2194596"/>
            <a:ext cx="1473835" cy="2310765"/>
          </a:xfrm>
          <a:custGeom>
            <a:avLst/>
            <a:gdLst/>
            <a:ahLst/>
            <a:cxnLst/>
            <a:rect l="l" t="t" r="r" b="b"/>
            <a:pathLst>
              <a:path w="1473835" h="2310765">
                <a:moveTo>
                  <a:pt x="143354" y="0"/>
                </a:moveTo>
                <a:lnTo>
                  <a:pt x="95853" y="410"/>
                </a:lnTo>
                <a:lnTo>
                  <a:pt x="48058" y="2506"/>
                </a:lnTo>
                <a:lnTo>
                  <a:pt x="0" y="6313"/>
                </a:lnTo>
                <a:lnTo>
                  <a:pt x="12954" y="140044"/>
                </a:lnTo>
                <a:lnTo>
                  <a:pt x="63166" y="136239"/>
                </a:lnTo>
                <a:lnTo>
                  <a:pt x="113294" y="134528"/>
                </a:lnTo>
                <a:lnTo>
                  <a:pt x="163277" y="134890"/>
                </a:lnTo>
                <a:lnTo>
                  <a:pt x="213056" y="137307"/>
                </a:lnTo>
                <a:lnTo>
                  <a:pt x="262570" y="141758"/>
                </a:lnTo>
                <a:lnTo>
                  <a:pt x="311760" y="148226"/>
                </a:lnTo>
                <a:lnTo>
                  <a:pt x="360566" y="156689"/>
                </a:lnTo>
                <a:lnTo>
                  <a:pt x="408927" y="167129"/>
                </a:lnTo>
                <a:lnTo>
                  <a:pt x="456785" y="179525"/>
                </a:lnTo>
                <a:lnTo>
                  <a:pt x="504078" y="193860"/>
                </a:lnTo>
                <a:lnTo>
                  <a:pt x="550748" y="210113"/>
                </a:lnTo>
                <a:lnTo>
                  <a:pt x="596734" y="228265"/>
                </a:lnTo>
                <a:lnTo>
                  <a:pt x="641976" y="248297"/>
                </a:lnTo>
                <a:lnTo>
                  <a:pt x="686415" y="270188"/>
                </a:lnTo>
                <a:lnTo>
                  <a:pt x="729990" y="293920"/>
                </a:lnTo>
                <a:lnTo>
                  <a:pt x="772641" y="319474"/>
                </a:lnTo>
                <a:lnTo>
                  <a:pt x="814309" y="346829"/>
                </a:lnTo>
                <a:lnTo>
                  <a:pt x="854934" y="375966"/>
                </a:lnTo>
                <a:lnTo>
                  <a:pt x="894456" y="406866"/>
                </a:lnTo>
                <a:lnTo>
                  <a:pt x="932815" y="439510"/>
                </a:lnTo>
                <a:lnTo>
                  <a:pt x="968543" y="472534"/>
                </a:lnTo>
                <a:lnTo>
                  <a:pt x="1002647" y="506652"/>
                </a:lnTo>
                <a:lnTo>
                  <a:pt x="1035125" y="541813"/>
                </a:lnTo>
                <a:lnTo>
                  <a:pt x="1065973" y="577967"/>
                </a:lnTo>
                <a:lnTo>
                  <a:pt x="1095189" y="615062"/>
                </a:lnTo>
                <a:lnTo>
                  <a:pt x="1122768" y="653048"/>
                </a:lnTo>
                <a:lnTo>
                  <a:pt x="1148710" y="691873"/>
                </a:lnTo>
                <a:lnTo>
                  <a:pt x="1173009" y="731487"/>
                </a:lnTo>
                <a:lnTo>
                  <a:pt x="1195663" y="771838"/>
                </a:lnTo>
                <a:lnTo>
                  <a:pt x="1216670" y="812875"/>
                </a:lnTo>
                <a:lnTo>
                  <a:pt x="1236026" y="854547"/>
                </a:lnTo>
                <a:lnTo>
                  <a:pt x="1253728" y="896804"/>
                </a:lnTo>
                <a:lnTo>
                  <a:pt x="1269773" y="939594"/>
                </a:lnTo>
                <a:lnTo>
                  <a:pt x="1284158" y="982867"/>
                </a:lnTo>
                <a:lnTo>
                  <a:pt x="1296881" y="1026570"/>
                </a:lnTo>
                <a:lnTo>
                  <a:pt x="1307937" y="1070654"/>
                </a:lnTo>
                <a:lnTo>
                  <a:pt x="1317324" y="1115067"/>
                </a:lnTo>
                <a:lnTo>
                  <a:pt x="1325039" y="1159758"/>
                </a:lnTo>
                <a:lnTo>
                  <a:pt x="1331079" y="1204676"/>
                </a:lnTo>
                <a:lnTo>
                  <a:pt x="1335441" y="1249771"/>
                </a:lnTo>
                <a:lnTo>
                  <a:pt x="1338122" y="1294990"/>
                </a:lnTo>
                <a:lnTo>
                  <a:pt x="1339119" y="1340284"/>
                </a:lnTo>
                <a:lnTo>
                  <a:pt x="1338428" y="1385601"/>
                </a:lnTo>
                <a:lnTo>
                  <a:pt x="1336047" y="1430889"/>
                </a:lnTo>
                <a:lnTo>
                  <a:pt x="1331973" y="1476099"/>
                </a:lnTo>
                <a:lnTo>
                  <a:pt x="1326203" y="1521179"/>
                </a:lnTo>
                <a:lnTo>
                  <a:pt x="1318733" y="1566078"/>
                </a:lnTo>
                <a:lnTo>
                  <a:pt x="1309561" y="1610745"/>
                </a:lnTo>
                <a:lnTo>
                  <a:pt x="1298684" y="1655129"/>
                </a:lnTo>
                <a:lnTo>
                  <a:pt x="1286098" y="1699179"/>
                </a:lnTo>
                <a:lnTo>
                  <a:pt x="1271801" y="1742843"/>
                </a:lnTo>
                <a:lnTo>
                  <a:pt x="1255789" y="1786072"/>
                </a:lnTo>
                <a:lnTo>
                  <a:pt x="1238060" y="1828814"/>
                </a:lnTo>
                <a:lnTo>
                  <a:pt x="1218610" y="1871017"/>
                </a:lnTo>
                <a:lnTo>
                  <a:pt x="1197437" y="1912631"/>
                </a:lnTo>
                <a:lnTo>
                  <a:pt x="1174537" y="1953606"/>
                </a:lnTo>
                <a:lnTo>
                  <a:pt x="1149908" y="1993889"/>
                </a:lnTo>
                <a:lnTo>
                  <a:pt x="1123546" y="2033429"/>
                </a:lnTo>
                <a:lnTo>
                  <a:pt x="1095448" y="2072177"/>
                </a:lnTo>
                <a:lnTo>
                  <a:pt x="1065612" y="2110080"/>
                </a:lnTo>
                <a:lnTo>
                  <a:pt x="1034033" y="2147088"/>
                </a:lnTo>
                <a:lnTo>
                  <a:pt x="972946" y="2081887"/>
                </a:lnTo>
                <a:lnTo>
                  <a:pt x="1002411" y="2275676"/>
                </a:lnTo>
                <a:lnTo>
                  <a:pt x="1187323" y="2310741"/>
                </a:lnTo>
                <a:lnTo>
                  <a:pt x="1126236" y="2245526"/>
                </a:lnTo>
                <a:lnTo>
                  <a:pt x="1158578" y="2208422"/>
                </a:lnTo>
                <a:lnTo>
                  <a:pt x="1189433" y="2170298"/>
                </a:lnTo>
                <a:lnTo>
                  <a:pt x="1218785" y="2131200"/>
                </a:lnTo>
                <a:lnTo>
                  <a:pt x="1246621" y="2091173"/>
                </a:lnTo>
                <a:lnTo>
                  <a:pt x="1272924" y="2050263"/>
                </a:lnTo>
                <a:lnTo>
                  <a:pt x="1297680" y="2008513"/>
                </a:lnTo>
                <a:lnTo>
                  <a:pt x="1320874" y="1965971"/>
                </a:lnTo>
                <a:lnTo>
                  <a:pt x="1342490" y="1922680"/>
                </a:lnTo>
                <a:lnTo>
                  <a:pt x="1362514" y="1878687"/>
                </a:lnTo>
                <a:lnTo>
                  <a:pt x="1380931" y="1834036"/>
                </a:lnTo>
                <a:lnTo>
                  <a:pt x="1397725" y="1788773"/>
                </a:lnTo>
                <a:lnTo>
                  <a:pt x="1412881" y="1742944"/>
                </a:lnTo>
                <a:lnTo>
                  <a:pt x="1426385" y="1696592"/>
                </a:lnTo>
                <a:lnTo>
                  <a:pt x="1438222" y="1649764"/>
                </a:lnTo>
                <a:lnTo>
                  <a:pt x="1448376" y="1602504"/>
                </a:lnTo>
                <a:lnTo>
                  <a:pt x="1456832" y="1554859"/>
                </a:lnTo>
                <a:lnTo>
                  <a:pt x="1463576" y="1506873"/>
                </a:lnTo>
                <a:lnTo>
                  <a:pt x="1468592" y="1458592"/>
                </a:lnTo>
                <a:lnTo>
                  <a:pt x="1471865" y="1410060"/>
                </a:lnTo>
                <a:lnTo>
                  <a:pt x="1473380" y="1361324"/>
                </a:lnTo>
                <a:lnTo>
                  <a:pt x="1473123" y="1312427"/>
                </a:lnTo>
                <a:lnTo>
                  <a:pt x="1471078" y="1263417"/>
                </a:lnTo>
                <a:lnTo>
                  <a:pt x="1467231" y="1214337"/>
                </a:lnTo>
                <a:lnTo>
                  <a:pt x="1461735" y="1166442"/>
                </a:lnTo>
                <a:lnTo>
                  <a:pt x="1454610" y="1119133"/>
                </a:lnTo>
                <a:lnTo>
                  <a:pt x="1445889" y="1072437"/>
                </a:lnTo>
                <a:lnTo>
                  <a:pt x="1435601" y="1026378"/>
                </a:lnTo>
                <a:lnTo>
                  <a:pt x="1423777" y="980983"/>
                </a:lnTo>
                <a:lnTo>
                  <a:pt x="1410450" y="936277"/>
                </a:lnTo>
                <a:lnTo>
                  <a:pt x="1395649" y="892285"/>
                </a:lnTo>
                <a:lnTo>
                  <a:pt x="1379406" y="849032"/>
                </a:lnTo>
                <a:lnTo>
                  <a:pt x="1361752" y="806546"/>
                </a:lnTo>
                <a:lnTo>
                  <a:pt x="1342717" y="764850"/>
                </a:lnTo>
                <a:lnTo>
                  <a:pt x="1322334" y="723972"/>
                </a:lnTo>
                <a:lnTo>
                  <a:pt x="1300632" y="683935"/>
                </a:lnTo>
                <a:lnTo>
                  <a:pt x="1277643" y="644766"/>
                </a:lnTo>
                <a:lnTo>
                  <a:pt x="1253398" y="606491"/>
                </a:lnTo>
                <a:lnTo>
                  <a:pt x="1227928" y="569134"/>
                </a:lnTo>
                <a:lnTo>
                  <a:pt x="1201264" y="532722"/>
                </a:lnTo>
                <a:lnTo>
                  <a:pt x="1173437" y="497280"/>
                </a:lnTo>
                <a:lnTo>
                  <a:pt x="1144478" y="462834"/>
                </a:lnTo>
                <a:lnTo>
                  <a:pt x="1114418" y="429409"/>
                </a:lnTo>
                <a:lnTo>
                  <a:pt x="1083288" y="397030"/>
                </a:lnTo>
                <a:lnTo>
                  <a:pt x="1051119" y="365724"/>
                </a:lnTo>
                <a:lnTo>
                  <a:pt x="1017943" y="335515"/>
                </a:lnTo>
                <a:lnTo>
                  <a:pt x="983789" y="306430"/>
                </a:lnTo>
                <a:lnTo>
                  <a:pt x="948690" y="278494"/>
                </a:lnTo>
                <a:lnTo>
                  <a:pt x="912676" y="251732"/>
                </a:lnTo>
                <a:lnTo>
                  <a:pt x="875777" y="226170"/>
                </a:lnTo>
                <a:lnTo>
                  <a:pt x="838027" y="201834"/>
                </a:lnTo>
                <a:lnTo>
                  <a:pt x="799454" y="178749"/>
                </a:lnTo>
                <a:lnTo>
                  <a:pt x="760091" y="156941"/>
                </a:lnTo>
                <a:lnTo>
                  <a:pt x="719968" y="136435"/>
                </a:lnTo>
                <a:lnTo>
                  <a:pt x="679116" y="117258"/>
                </a:lnTo>
                <a:lnTo>
                  <a:pt x="637567" y="99433"/>
                </a:lnTo>
                <a:lnTo>
                  <a:pt x="595351" y="82987"/>
                </a:lnTo>
                <a:lnTo>
                  <a:pt x="552500" y="67946"/>
                </a:lnTo>
                <a:lnTo>
                  <a:pt x="509044" y="54336"/>
                </a:lnTo>
                <a:lnTo>
                  <a:pt x="465014" y="42180"/>
                </a:lnTo>
                <a:lnTo>
                  <a:pt x="420442" y="31506"/>
                </a:lnTo>
                <a:lnTo>
                  <a:pt x="375359" y="22339"/>
                </a:lnTo>
                <a:lnTo>
                  <a:pt x="329795" y="14704"/>
                </a:lnTo>
                <a:lnTo>
                  <a:pt x="283781" y="8627"/>
                </a:lnTo>
                <a:lnTo>
                  <a:pt x="237349" y="4134"/>
                </a:lnTo>
                <a:lnTo>
                  <a:pt x="190530" y="1249"/>
                </a:lnTo>
                <a:lnTo>
                  <a:pt x="143354" y="0"/>
                </a:lnTo>
                <a:close/>
              </a:path>
            </a:pathLst>
          </a:custGeom>
          <a:solidFill>
            <a:srgbClr val="2F24C5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15" name="object 15"/>
          <p:cNvGrpSpPr/>
          <p:nvPr/>
        </p:nvGrpSpPr>
        <p:grpSpPr>
          <a:xfrm>
            <a:off x="350075" y="806830"/>
            <a:ext cx="1327785" cy="1977389"/>
            <a:chOff x="350075" y="806830"/>
            <a:chExt cx="1327785" cy="1977389"/>
          </a:xfrm>
        </p:grpSpPr>
        <p:sp>
          <p:nvSpPr>
            <p:cNvPr id="16" name="object 16"/>
            <p:cNvSpPr/>
            <p:nvPr/>
          </p:nvSpPr>
          <p:spPr>
            <a:xfrm>
              <a:off x="350075" y="1716405"/>
              <a:ext cx="715010" cy="1068070"/>
            </a:xfrm>
            <a:custGeom>
              <a:avLst/>
              <a:gdLst/>
              <a:ahLst/>
              <a:cxnLst/>
              <a:rect l="l" t="t" r="r" b="b"/>
              <a:pathLst>
                <a:path w="715010" h="1068070">
                  <a:moveTo>
                    <a:pt x="663244" y="0"/>
                  </a:moveTo>
                  <a:lnTo>
                    <a:pt x="617919" y="20564"/>
                  </a:lnTo>
                  <a:lnTo>
                    <a:pt x="574081" y="43279"/>
                  </a:lnTo>
                  <a:lnTo>
                    <a:pt x="531779" y="68065"/>
                  </a:lnTo>
                  <a:lnTo>
                    <a:pt x="491062" y="94840"/>
                  </a:lnTo>
                  <a:lnTo>
                    <a:pt x="451976" y="123524"/>
                  </a:lnTo>
                  <a:lnTo>
                    <a:pt x="414570" y="154035"/>
                  </a:lnTo>
                  <a:lnTo>
                    <a:pt x="378891" y="186292"/>
                  </a:lnTo>
                  <a:lnTo>
                    <a:pt x="344988" y="220214"/>
                  </a:lnTo>
                  <a:lnTo>
                    <a:pt x="312909" y="255721"/>
                  </a:lnTo>
                  <a:lnTo>
                    <a:pt x="282702" y="292731"/>
                  </a:lnTo>
                  <a:lnTo>
                    <a:pt x="254414" y="331164"/>
                  </a:lnTo>
                  <a:lnTo>
                    <a:pt x="228093" y="370938"/>
                  </a:lnTo>
                  <a:lnTo>
                    <a:pt x="203787" y="411972"/>
                  </a:lnTo>
                  <a:lnTo>
                    <a:pt x="181545" y="454185"/>
                  </a:lnTo>
                  <a:lnTo>
                    <a:pt x="161414" y="497497"/>
                  </a:lnTo>
                  <a:lnTo>
                    <a:pt x="143442" y="541826"/>
                  </a:lnTo>
                  <a:lnTo>
                    <a:pt x="127678" y="587091"/>
                  </a:lnTo>
                  <a:lnTo>
                    <a:pt x="114168" y="633212"/>
                  </a:lnTo>
                  <a:lnTo>
                    <a:pt x="102961" y="680107"/>
                  </a:lnTo>
                  <a:lnTo>
                    <a:pt x="94105" y="727695"/>
                  </a:lnTo>
                  <a:lnTo>
                    <a:pt x="87648" y="775896"/>
                  </a:lnTo>
                  <a:lnTo>
                    <a:pt x="83637" y="824628"/>
                  </a:lnTo>
                  <a:lnTo>
                    <a:pt x="82122" y="873810"/>
                  </a:lnTo>
                  <a:lnTo>
                    <a:pt x="83149" y="923361"/>
                  </a:lnTo>
                  <a:lnTo>
                    <a:pt x="86766" y="973201"/>
                  </a:lnTo>
                  <a:lnTo>
                    <a:pt x="0" y="992251"/>
                  </a:lnTo>
                  <a:lnTo>
                    <a:pt x="169303" y="1067816"/>
                  </a:lnTo>
                  <a:lnTo>
                    <a:pt x="305358" y="925322"/>
                  </a:lnTo>
                  <a:lnTo>
                    <a:pt x="218681" y="944372"/>
                  </a:lnTo>
                  <a:lnTo>
                    <a:pt x="216271" y="896430"/>
                  </a:lnTo>
                  <a:lnTo>
                    <a:pt x="216630" y="848857"/>
                  </a:lnTo>
                  <a:lnTo>
                    <a:pt x="219698" y="801748"/>
                  </a:lnTo>
                  <a:lnTo>
                    <a:pt x="225418" y="755200"/>
                  </a:lnTo>
                  <a:lnTo>
                    <a:pt x="233730" y="709309"/>
                  </a:lnTo>
                  <a:lnTo>
                    <a:pt x="244576" y="664173"/>
                  </a:lnTo>
                  <a:lnTo>
                    <a:pt x="257898" y="619889"/>
                  </a:lnTo>
                  <a:lnTo>
                    <a:pt x="273637" y="576552"/>
                  </a:lnTo>
                  <a:lnTo>
                    <a:pt x="291734" y="534261"/>
                  </a:lnTo>
                  <a:lnTo>
                    <a:pt x="312130" y="493111"/>
                  </a:lnTo>
                  <a:lnTo>
                    <a:pt x="334768" y="453199"/>
                  </a:lnTo>
                  <a:lnTo>
                    <a:pt x="359589" y="414622"/>
                  </a:lnTo>
                  <a:lnTo>
                    <a:pt x="386533" y="377478"/>
                  </a:lnTo>
                  <a:lnTo>
                    <a:pt x="415543" y="341861"/>
                  </a:lnTo>
                  <a:lnTo>
                    <a:pt x="446560" y="307870"/>
                  </a:lnTo>
                  <a:lnTo>
                    <a:pt x="479524" y="275602"/>
                  </a:lnTo>
                  <a:lnTo>
                    <a:pt x="514379" y="245152"/>
                  </a:lnTo>
                  <a:lnTo>
                    <a:pt x="551065" y="216617"/>
                  </a:lnTo>
                  <a:lnTo>
                    <a:pt x="589523" y="190095"/>
                  </a:lnTo>
                  <a:lnTo>
                    <a:pt x="629695" y="165682"/>
                  </a:lnTo>
                  <a:lnTo>
                    <a:pt x="671522" y="143475"/>
                  </a:lnTo>
                  <a:lnTo>
                    <a:pt x="714946" y="123571"/>
                  </a:lnTo>
                  <a:lnTo>
                    <a:pt x="663244" y="0"/>
                  </a:lnTo>
                  <a:close/>
                </a:path>
              </a:pathLst>
            </a:custGeom>
            <a:solidFill>
              <a:srgbClr val="5F5AD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1260948" y="806830"/>
              <a:ext cx="417195" cy="847725"/>
            </a:xfrm>
            <a:custGeom>
              <a:avLst/>
              <a:gdLst/>
              <a:ahLst/>
              <a:cxnLst/>
              <a:rect l="l" t="t" r="r" b="b"/>
              <a:pathLst>
                <a:path w="417194" h="847725">
                  <a:moveTo>
                    <a:pt x="209457" y="0"/>
                  </a:moveTo>
                  <a:lnTo>
                    <a:pt x="268385" y="66548"/>
                  </a:lnTo>
                  <a:lnTo>
                    <a:pt x="235311" y="104697"/>
                  </a:lnTo>
                  <a:lnTo>
                    <a:pt x="204284" y="144234"/>
                  </a:lnTo>
                  <a:lnTo>
                    <a:pt x="175333" y="185077"/>
                  </a:lnTo>
                  <a:lnTo>
                    <a:pt x="148485" y="227141"/>
                  </a:lnTo>
                  <a:lnTo>
                    <a:pt x="123768" y="270345"/>
                  </a:lnTo>
                  <a:lnTo>
                    <a:pt x="101211" y="314603"/>
                  </a:lnTo>
                  <a:lnTo>
                    <a:pt x="80841" y="359835"/>
                  </a:lnTo>
                  <a:lnTo>
                    <a:pt x="62686" y="405955"/>
                  </a:lnTo>
                  <a:lnTo>
                    <a:pt x="46776" y="452882"/>
                  </a:lnTo>
                  <a:lnTo>
                    <a:pt x="33137" y="500532"/>
                  </a:lnTo>
                  <a:lnTo>
                    <a:pt x="21798" y="548822"/>
                  </a:lnTo>
                  <a:lnTo>
                    <a:pt x="12786" y="597668"/>
                  </a:lnTo>
                  <a:lnTo>
                    <a:pt x="6131" y="646988"/>
                  </a:lnTo>
                  <a:lnTo>
                    <a:pt x="1859" y="696699"/>
                  </a:lnTo>
                  <a:lnTo>
                    <a:pt x="0" y="746717"/>
                  </a:lnTo>
                  <a:lnTo>
                    <a:pt x="580" y="796960"/>
                  </a:lnTo>
                  <a:lnTo>
                    <a:pt x="3628" y="847344"/>
                  </a:lnTo>
                  <a:lnTo>
                    <a:pt x="137067" y="836041"/>
                  </a:lnTo>
                  <a:lnTo>
                    <a:pt x="134261" y="787345"/>
                  </a:lnTo>
                  <a:lnTo>
                    <a:pt x="134101" y="738809"/>
                  </a:lnTo>
                  <a:lnTo>
                    <a:pt x="136553" y="690533"/>
                  </a:lnTo>
                  <a:lnTo>
                    <a:pt x="141586" y="642615"/>
                  </a:lnTo>
                  <a:lnTo>
                    <a:pt x="149165" y="595154"/>
                  </a:lnTo>
                  <a:lnTo>
                    <a:pt x="159259" y="548250"/>
                  </a:lnTo>
                  <a:lnTo>
                    <a:pt x="171833" y="502002"/>
                  </a:lnTo>
                  <a:lnTo>
                    <a:pt x="186856" y="456508"/>
                  </a:lnTo>
                  <a:lnTo>
                    <a:pt x="204294" y="411869"/>
                  </a:lnTo>
                  <a:lnTo>
                    <a:pt x="224114" y="368182"/>
                  </a:lnTo>
                  <a:lnTo>
                    <a:pt x="246283" y="325547"/>
                  </a:lnTo>
                  <a:lnTo>
                    <a:pt x="270769" y="284064"/>
                  </a:lnTo>
                  <a:lnTo>
                    <a:pt x="297538" y="243831"/>
                  </a:lnTo>
                  <a:lnTo>
                    <a:pt x="326557" y="204947"/>
                  </a:lnTo>
                  <a:lnTo>
                    <a:pt x="357793" y="167513"/>
                  </a:lnTo>
                  <a:lnTo>
                    <a:pt x="416721" y="233934"/>
                  </a:lnTo>
                  <a:lnTo>
                    <a:pt x="391321" y="39243"/>
                  </a:lnTo>
                  <a:lnTo>
                    <a:pt x="209457" y="0"/>
                  </a:lnTo>
                  <a:close/>
                </a:path>
              </a:pathLst>
            </a:custGeom>
            <a:solidFill>
              <a:srgbClr val="9A97D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8" name="object 18"/>
          <p:cNvGrpSpPr/>
          <p:nvPr/>
        </p:nvGrpSpPr>
        <p:grpSpPr>
          <a:xfrm>
            <a:off x="4907026" y="2335276"/>
            <a:ext cx="968375" cy="635000"/>
            <a:chOff x="4907026" y="2335276"/>
            <a:chExt cx="968375" cy="635000"/>
          </a:xfrm>
        </p:grpSpPr>
        <p:sp>
          <p:nvSpPr>
            <p:cNvPr id="19" name="object 19"/>
            <p:cNvSpPr/>
            <p:nvPr/>
          </p:nvSpPr>
          <p:spPr>
            <a:xfrm>
              <a:off x="4919726" y="2347976"/>
              <a:ext cx="942975" cy="609600"/>
            </a:xfrm>
            <a:custGeom>
              <a:avLst/>
              <a:gdLst/>
              <a:ahLst/>
              <a:cxnLst/>
              <a:rect l="l" t="t" r="r" b="b"/>
              <a:pathLst>
                <a:path w="942975" h="609600">
                  <a:moveTo>
                    <a:pt x="638175" y="0"/>
                  </a:moveTo>
                  <a:lnTo>
                    <a:pt x="638175" y="152400"/>
                  </a:lnTo>
                  <a:lnTo>
                    <a:pt x="0" y="152400"/>
                  </a:lnTo>
                  <a:lnTo>
                    <a:pt x="0" y="457073"/>
                  </a:lnTo>
                  <a:lnTo>
                    <a:pt x="638175" y="457073"/>
                  </a:lnTo>
                  <a:lnTo>
                    <a:pt x="638175" y="609600"/>
                  </a:lnTo>
                  <a:lnTo>
                    <a:pt x="942975" y="304800"/>
                  </a:lnTo>
                  <a:lnTo>
                    <a:pt x="638175" y="0"/>
                  </a:lnTo>
                  <a:close/>
                </a:path>
              </a:pathLst>
            </a:custGeom>
            <a:solidFill>
              <a:srgbClr val="D4D2F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4919726" y="2347976"/>
              <a:ext cx="942975" cy="609600"/>
            </a:xfrm>
            <a:custGeom>
              <a:avLst/>
              <a:gdLst/>
              <a:ahLst/>
              <a:cxnLst/>
              <a:rect l="l" t="t" r="r" b="b"/>
              <a:pathLst>
                <a:path w="942975" h="609600">
                  <a:moveTo>
                    <a:pt x="0" y="152400"/>
                  </a:moveTo>
                  <a:lnTo>
                    <a:pt x="638175" y="152400"/>
                  </a:lnTo>
                  <a:lnTo>
                    <a:pt x="638175" y="0"/>
                  </a:lnTo>
                  <a:lnTo>
                    <a:pt x="942975" y="304800"/>
                  </a:lnTo>
                  <a:lnTo>
                    <a:pt x="638175" y="609600"/>
                  </a:lnTo>
                  <a:lnTo>
                    <a:pt x="638175" y="457073"/>
                  </a:lnTo>
                  <a:lnTo>
                    <a:pt x="0" y="457073"/>
                  </a:lnTo>
                  <a:lnTo>
                    <a:pt x="0" y="152400"/>
                  </a:lnTo>
                  <a:close/>
                </a:path>
              </a:pathLst>
            </a:custGeom>
            <a:ln w="25400">
              <a:solidFill>
                <a:srgbClr val="03051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6007582" y="1519669"/>
            <a:ext cx="1940560" cy="1467485"/>
          </a:xfrm>
          <a:custGeom>
            <a:avLst/>
            <a:gdLst/>
            <a:ahLst/>
            <a:cxnLst/>
            <a:rect l="l" t="t" r="r" b="b"/>
            <a:pathLst>
              <a:path w="1940559" h="1467485">
                <a:moveTo>
                  <a:pt x="638759" y="662495"/>
                </a:moveTo>
                <a:lnTo>
                  <a:pt x="70980" y="662495"/>
                </a:lnTo>
                <a:lnTo>
                  <a:pt x="43345" y="668070"/>
                </a:lnTo>
                <a:lnTo>
                  <a:pt x="20789" y="683285"/>
                </a:lnTo>
                <a:lnTo>
                  <a:pt x="5575" y="705840"/>
                </a:lnTo>
                <a:lnTo>
                  <a:pt x="0" y="733475"/>
                </a:lnTo>
                <a:lnTo>
                  <a:pt x="5575" y="761111"/>
                </a:lnTo>
                <a:lnTo>
                  <a:pt x="20789" y="783678"/>
                </a:lnTo>
                <a:lnTo>
                  <a:pt x="43345" y="798880"/>
                </a:lnTo>
                <a:lnTo>
                  <a:pt x="70980" y="804456"/>
                </a:lnTo>
                <a:lnTo>
                  <a:pt x="200990" y="804456"/>
                </a:lnTo>
                <a:lnTo>
                  <a:pt x="97485" y="1466951"/>
                </a:lnTo>
                <a:lnTo>
                  <a:pt x="241147" y="1466951"/>
                </a:lnTo>
                <a:lnTo>
                  <a:pt x="344690" y="804456"/>
                </a:lnTo>
                <a:lnTo>
                  <a:pt x="608317" y="804456"/>
                </a:lnTo>
                <a:lnTo>
                  <a:pt x="638759" y="662495"/>
                </a:lnTo>
                <a:close/>
              </a:path>
              <a:path w="1940559" h="1467485">
                <a:moveTo>
                  <a:pt x="875474" y="47332"/>
                </a:moveTo>
                <a:lnTo>
                  <a:pt x="871753" y="28917"/>
                </a:lnTo>
                <a:lnTo>
                  <a:pt x="861606" y="13868"/>
                </a:lnTo>
                <a:lnTo>
                  <a:pt x="846569" y="3721"/>
                </a:lnTo>
                <a:lnTo>
                  <a:pt x="828154" y="0"/>
                </a:lnTo>
                <a:lnTo>
                  <a:pt x="780834" y="0"/>
                </a:lnTo>
                <a:lnTo>
                  <a:pt x="780834" y="94653"/>
                </a:lnTo>
                <a:lnTo>
                  <a:pt x="780834" y="402234"/>
                </a:lnTo>
                <a:lnTo>
                  <a:pt x="189280" y="402234"/>
                </a:lnTo>
                <a:lnTo>
                  <a:pt x="189280" y="94653"/>
                </a:lnTo>
                <a:lnTo>
                  <a:pt x="780834" y="94653"/>
                </a:lnTo>
                <a:lnTo>
                  <a:pt x="780834" y="0"/>
                </a:lnTo>
                <a:lnTo>
                  <a:pt x="141960" y="0"/>
                </a:lnTo>
                <a:lnTo>
                  <a:pt x="123545" y="3721"/>
                </a:lnTo>
                <a:lnTo>
                  <a:pt x="108508" y="13868"/>
                </a:lnTo>
                <a:lnTo>
                  <a:pt x="98361" y="28917"/>
                </a:lnTo>
                <a:lnTo>
                  <a:pt x="94640" y="47332"/>
                </a:lnTo>
                <a:lnTo>
                  <a:pt x="94640" y="449554"/>
                </a:lnTo>
                <a:lnTo>
                  <a:pt x="98361" y="467969"/>
                </a:lnTo>
                <a:lnTo>
                  <a:pt x="108508" y="483006"/>
                </a:lnTo>
                <a:lnTo>
                  <a:pt x="123545" y="493153"/>
                </a:lnTo>
                <a:lnTo>
                  <a:pt x="141960" y="496874"/>
                </a:lnTo>
                <a:lnTo>
                  <a:pt x="402247" y="496874"/>
                </a:lnTo>
                <a:lnTo>
                  <a:pt x="402247" y="591515"/>
                </a:lnTo>
                <a:lnTo>
                  <a:pt x="567867" y="591515"/>
                </a:lnTo>
                <a:lnTo>
                  <a:pt x="567867" y="496874"/>
                </a:lnTo>
                <a:lnTo>
                  <a:pt x="703338" y="496874"/>
                </a:lnTo>
                <a:lnTo>
                  <a:pt x="736587" y="466839"/>
                </a:lnTo>
                <a:lnTo>
                  <a:pt x="774941" y="444588"/>
                </a:lnTo>
                <a:lnTo>
                  <a:pt x="817067" y="430733"/>
                </a:lnTo>
                <a:lnTo>
                  <a:pt x="861631" y="425894"/>
                </a:lnTo>
                <a:lnTo>
                  <a:pt x="875474" y="425894"/>
                </a:lnTo>
                <a:lnTo>
                  <a:pt x="875474" y="402234"/>
                </a:lnTo>
                <a:lnTo>
                  <a:pt x="875474" y="94653"/>
                </a:lnTo>
                <a:lnTo>
                  <a:pt x="875474" y="47332"/>
                </a:lnTo>
                <a:close/>
              </a:path>
              <a:path w="1940559" h="1467485">
                <a:moveTo>
                  <a:pt x="1280121" y="1033907"/>
                </a:moveTo>
                <a:lnTo>
                  <a:pt x="1277912" y="987653"/>
                </a:lnTo>
                <a:lnTo>
                  <a:pt x="1196797" y="609092"/>
                </a:lnTo>
                <a:lnTo>
                  <a:pt x="1178598" y="563943"/>
                </a:lnTo>
                <a:lnTo>
                  <a:pt x="1147229" y="528434"/>
                </a:lnTo>
                <a:lnTo>
                  <a:pt x="1105941" y="505206"/>
                </a:lnTo>
                <a:lnTo>
                  <a:pt x="1057986" y="496874"/>
                </a:lnTo>
                <a:lnTo>
                  <a:pt x="861631" y="496874"/>
                </a:lnTo>
                <a:lnTo>
                  <a:pt x="813663" y="505206"/>
                </a:lnTo>
                <a:lnTo>
                  <a:pt x="772363" y="528434"/>
                </a:lnTo>
                <a:lnTo>
                  <a:pt x="740981" y="563943"/>
                </a:lnTo>
                <a:lnTo>
                  <a:pt x="722782" y="609092"/>
                </a:lnTo>
                <a:lnTo>
                  <a:pt x="641667" y="987653"/>
                </a:lnTo>
                <a:lnTo>
                  <a:pt x="639368" y="1033043"/>
                </a:lnTo>
                <a:lnTo>
                  <a:pt x="650925" y="1075347"/>
                </a:lnTo>
                <a:lnTo>
                  <a:pt x="674547" y="1111808"/>
                </a:lnTo>
                <a:lnTo>
                  <a:pt x="708431" y="1139659"/>
                </a:lnTo>
                <a:lnTo>
                  <a:pt x="751649" y="1156284"/>
                </a:lnTo>
                <a:lnTo>
                  <a:pt x="715086" y="1466951"/>
                </a:lnTo>
                <a:lnTo>
                  <a:pt x="810387" y="1466951"/>
                </a:lnTo>
                <a:lnTo>
                  <a:pt x="846582" y="1159370"/>
                </a:lnTo>
                <a:lnTo>
                  <a:pt x="1072997" y="1159370"/>
                </a:lnTo>
                <a:lnTo>
                  <a:pt x="1109192" y="1466951"/>
                </a:lnTo>
                <a:lnTo>
                  <a:pt x="1204493" y="1466951"/>
                </a:lnTo>
                <a:lnTo>
                  <a:pt x="1167968" y="1156284"/>
                </a:lnTo>
                <a:lnTo>
                  <a:pt x="1210411" y="1140091"/>
                </a:lnTo>
                <a:lnTo>
                  <a:pt x="1244460" y="1112456"/>
                </a:lnTo>
                <a:lnTo>
                  <a:pt x="1268298" y="1076147"/>
                </a:lnTo>
                <a:lnTo>
                  <a:pt x="1280121" y="1033907"/>
                </a:lnTo>
                <a:close/>
              </a:path>
              <a:path w="1940559" h="1467485">
                <a:moveTo>
                  <a:pt x="1845602" y="47332"/>
                </a:moveTo>
                <a:lnTo>
                  <a:pt x="1841893" y="28917"/>
                </a:lnTo>
                <a:lnTo>
                  <a:pt x="1831746" y="13868"/>
                </a:lnTo>
                <a:lnTo>
                  <a:pt x="1816709" y="3721"/>
                </a:lnTo>
                <a:lnTo>
                  <a:pt x="1798281" y="0"/>
                </a:lnTo>
                <a:lnTo>
                  <a:pt x="1750961" y="0"/>
                </a:lnTo>
                <a:lnTo>
                  <a:pt x="1750961" y="94653"/>
                </a:lnTo>
                <a:lnTo>
                  <a:pt x="1750961" y="402234"/>
                </a:lnTo>
                <a:lnTo>
                  <a:pt x="1159421" y="402234"/>
                </a:lnTo>
                <a:lnTo>
                  <a:pt x="1159421" y="94653"/>
                </a:lnTo>
                <a:lnTo>
                  <a:pt x="1750961" y="94653"/>
                </a:lnTo>
                <a:lnTo>
                  <a:pt x="1750961" y="0"/>
                </a:lnTo>
                <a:lnTo>
                  <a:pt x="1112088" y="0"/>
                </a:lnTo>
                <a:lnTo>
                  <a:pt x="1093673" y="3721"/>
                </a:lnTo>
                <a:lnTo>
                  <a:pt x="1078636" y="13868"/>
                </a:lnTo>
                <a:lnTo>
                  <a:pt x="1068489" y="28917"/>
                </a:lnTo>
                <a:lnTo>
                  <a:pt x="1064768" y="47332"/>
                </a:lnTo>
                <a:lnTo>
                  <a:pt x="1064768" y="426212"/>
                </a:lnTo>
                <a:lnTo>
                  <a:pt x="1107465" y="432015"/>
                </a:lnTo>
                <a:lnTo>
                  <a:pt x="1147724" y="446100"/>
                </a:lnTo>
                <a:lnTo>
                  <a:pt x="1184452" y="467969"/>
                </a:lnTo>
                <a:lnTo>
                  <a:pt x="1216266" y="496874"/>
                </a:lnTo>
                <a:lnTo>
                  <a:pt x="1372374" y="496874"/>
                </a:lnTo>
                <a:lnTo>
                  <a:pt x="1372374" y="591515"/>
                </a:lnTo>
                <a:lnTo>
                  <a:pt x="1538008" y="591515"/>
                </a:lnTo>
                <a:lnTo>
                  <a:pt x="1538008" y="496874"/>
                </a:lnTo>
                <a:lnTo>
                  <a:pt x="1798281" y="496874"/>
                </a:lnTo>
                <a:lnTo>
                  <a:pt x="1816709" y="493153"/>
                </a:lnTo>
                <a:lnTo>
                  <a:pt x="1831746" y="483006"/>
                </a:lnTo>
                <a:lnTo>
                  <a:pt x="1841893" y="467969"/>
                </a:lnTo>
                <a:lnTo>
                  <a:pt x="1845602" y="449554"/>
                </a:lnTo>
                <a:lnTo>
                  <a:pt x="1845602" y="402234"/>
                </a:lnTo>
                <a:lnTo>
                  <a:pt x="1845602" y="94653"/>
                </a:lnTo>
                <a:lnTo>
                  <a:pt x="1845602" y="47332"/>
                </a:lnTo>
                <a:close/>
              </a:path>
              <a:path w="1940559" h="1467485">
                <a:moveTo>
                  <a:pt x="1940255" y="733475"/>
                </a:moveTo>
                <a:lnTo>
                  <a:pt x="1934679" y="705840"/>
                </a:lnTo>
                <a:lnTo>
                  <a:pt x="1919465" y="683285"/>
                </a:lnTo>
                <a:lnTo>
                  <a:pt x="1896897" y="668070"/>
                </a:lnTo>
                <a:lnTo>
                  <a:pt x="1869262" y="662495"/>
                </a:lnTo>
                <a:lnTo>
                  <a:pt x="1280845" y="662495"/>
                </a:lnTo>
                <a:lnTo>
                  <a:pt x="1311262" y="804456"/>
                </a:lnTo>
                <a:lnTo>
                  <a:pt x="1595551" y="804456"/>
                </a:lnTo>
                <a:lnTo>
                  <a:pt x="1699094" y="1466951"/>
                </a:lnTo>
                <a:lnTo>
                  <a:pt x="1842770" y="1466951"/>
                </a:lnTo>
                <a:lnTo>
                  <a:pt x="1739252" y="804456"/>
                </a:lnTo>
                <a:lnTo>
                  <a:pt x="1869262" y="804456"/>
                </a:lnTo>
                <a:lnTo>
                  <a:pt x="1896897" y="798880"/>
                </a:lnTo>
                <a:lnTo>
                  <a:pt x="1919465" y="783678"/>
                </a:lnTo>
                <a:lnTo>
                  <a:pt x="1934679" y="761111"/>
                </a:lnTo>
                <a:lnTo>
                  <a:pt x="1940255" y="733475"/>
                </a:lnTo>
                <a:close/>
              </a:path>
            </a:pathLst>
          </a:custGeom>
          <a:solidFill>
            <a:srgbClr val="D9D9D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ctrTitle"/>
          </p:nvPr>
        </p:nvSpPr>
        <p:spPr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/>
              <a:t>교육</a:t>
            </a:r>
            <a:r>
              <a:rPr spc="-65" dirty="0"/>
              <a:t> </a:t>
            </a:r>
            <a:r>
              <a:rPr dirty="0"/>
              <a:t>페러다임의</a:t>
            </a:r>
            <a:r>
              <a:rPr spc="-60" dirty="0"/>
              <a:t> </a:t>
            </a:r>
            <a:r>
              <a:rPr dirty="0"/>
              <a:t>변화가 가져올</a:t>
            </a:r>
            <a:r>
              <a:rPr spc="-5" dirty="0"/>
              <a:t> </a:t>
            </a:r>
            <a:r>
              <a:rPr dirty="0"/>
              <a:t>미래업무의</a:t>
            </a:r>
            <a:r>
              <a:rPr spc="-55" dirty="0"/>
              <a:t> </a:t>
            </a:r>
            <a:r>
              <a:rPr spc="-25" dirty="0"/>
              <a:t>변화</a:t>
            </a: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14425" y="1409700"/>
            <a:ext cx="2028825" cy="2038350"/>
          </a:xfrm>
          <a:prstGeom prst="rect">
            <a:avLst/>
          </a:prstGeom>
        </p:spPr>
      </p:pic>
      <p:grpSp>
        <p:nvGrpSpPr>
          <p:cNvPr id="5" name="object 5"/>
          <p:cNvGrpSpPr/>
          <p:nvPr/>
        </p:nvGrpSpPr>
        <p:grpSpPr>
          <a:xfrm>
            <a:off x="4011676" y="2259076"/>
            <a:ext cx="968375" cy="635000"/>
            <a:chOff x="4011676" y="2259076"/>
            <a:chExt cx="968375" cy="635000"/>
          </a:xfrm>
        </p:grpSpPr>
        <p:sp>
          <p:nvSpPr>
            <p:cNvPr id="6" name="object 6"/>
            <p:cNvSpPr/>
            <p:nvPr/>
          </p:nvSpPr>
          <p:spPr>
            <a:xfrm>
              <a:off x="4024376" y="2271776"/>
              <a:ext cx="942975" cy="609600"/>
            </a:xfrm>
            <a:custGeom>
              <a:avLst/>
              <a:gdLst/>
              <a:ahLst/>
              <a:cxnLst/>
              <a:rect l="l" t="t" r="r" b="b"/>
              <a:pathLst>
                <a:path w="942975" h="609600">
                  <a:moveTo>
                    <a:pt x="638175" y="0"/>
                  </a:moveTo>
                  <a:lnTo>
                    <a:pt x="638175" y="152400"/>
                  </a:lnTo>
                  <a:lnTo>
                    <a:pt x="0" y="152400"/>
                  </a:lnTo>
                  <a:lnTo>
                    <a:pt x="0" y="457073"/>
                  </a:lnTo>
                  <a:lnTo>
                    <a:pt x="638175" y="457073"/>
                  </a:lnTo>
                  <a:lnTo>
                    <a:pt x="638175" y="609600"/>
                  </a:lnTo>
                  <a:lnTo>
                    <a:pt x="942975" y="304800"/>
                  </a:lnTo>
                  <a:lnTo>
                    <a:pt x="638175" y="0"/>
                  </a:lnTo>
                  <a:close/>
                </a:path>
              </a:pathLst>
            </a:custGeom>
            <a:solidFill>
              <a:srgbClr val="D4D2F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4024376" y="2271776"/>
              <a:ext cx="942975" cy="609600"/>
            </a:xfrm>
            <a:custGeom>
              <a:avLst/>
              <a:gdLst/>
              <a:ahLst/>
              <a:cxnLst/>
              <a:rect l="l" t="t" r="r" b="b"/>
              <a:pathLst>
                <a:path w="942975" h="609600">
                  <a:moveTo>
                    <a:pt x="0" y="152400"/>
                  </a:moveTo>
                  <a:lnTo>
                    <a:pt x="638175" y="152400"/>
                  </a:lnTo>
                  <a:lnTo>
                    <a:pt x="638175" y="0"/>
                  </a:lnTo>
                  <a:lnTo>
                    <a:pt x="942975" y="304800"/>
                  </a:lnTo>
                  <a:lnTo>
                    <a:pt x="638175" y="609600"/>
                  </a:lnTo>
                  <a:lnTo>
                    <a:pt x="638175" y="457073"/>
                  </a:lnTo>
                  <a:lnTo>
                    <a:pt x="0" y="457073"/>
                  </a:lnTo>
                  <a:lnTo>
                    <a:pt x="0" y="152400"/>
                  </a:lnTo>
                  <a:close/>
                </a:path>
              </a:pathLst>
            </a:custGeom>
            <a:ln w="25400">
              <a:solidFill>
                <a:srgbClr val="03051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5695315" y="3360483"/>
            <a:ext cx="2550795" cy="3917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u="sng" dirty="0">
                <a:solidFill>
                  <a:srgbClr val="D9D9D9"/>
                </a:solidFill>
                <a:uFill>
                  <a:solidFill>
                    <a:srgbClr val="D9D9D9"/>
                  </a:solidFill>
                </a:uFill>
                <a:latin typeface="Malgun Gothic"/>
                <a:cs typeface="Malgun Gothic"/>
              </a:rPr>
              <a:t>인공지능과의</a:t>
            </a:r>
            <a:r>
              <a:rPr sz="2400" u="sng" spc="-185" dirty="0">
                <a:solidFill>
                  <a:srgbClr val="D9D9D9"/>
                </a:solidFill>
                <a:uFill>
                  <a:solidFill>
                    <a:srgbClr val="D9D9D9"/>
                  </a:solidFill>
                </a:uFill>
                <a:latin typeface="Malgun Gothic"/>
                <a:cs typeface="Malgun Gothic"/>
              </a:rPr>
              <a:t> </a:t>
            </a:r>
            <a:r>
              <a:rPr sz="2400" u="sng" spc="-25" dirty="0">
                <a:solidFill>
                  <a:srgbClr val="D9D9D9"/>
                </a:solidFill>
                <a:uFill>
                  <a:solidFill>
                    <a:srgbClr val="D9D9D9"/>
                  </a:solidFill>
                </a:uFill>
                <a:latin typeface="Malgun Gothic"/>
                <a:cs typeface="Malgun Gothic"/>
              </a:rPr>
              <a:t>협업</a:t>
            </a:r>
            <a:endParaRPr sz="2400">
              <a:latin typeface="Malgun Gothic"/>
              <a:cs typeface="Malgun Gothic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05092" y="98043"/>
            <a:ext cx="3602354" cy="33528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2000" b="1" u="sng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Malgun Gothic"/>
                <a:cs typeface="Malgun Gothic"/>
              </a:rPr>
              <a:t>새로운</a:t>
            </a:r>
            <a:r>
              <a:rPr sz="2000" b="1" u="sng" spc="-35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Malgun Gothic"/>
                <a:cs typeface="Malgun Gothic"/>
              </a:rPr>
              <a:t> </a:t>
            </a:r>
            <a:r>
              <a:rPr sz="2000" b="1" u="sng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Malgun Gothic"/>
                <a:cs typeface="Malgun Gothic"/>
              </a:rPr>
              <a:t>미래형</a:t>
            </a:r>
            <a:r>
              <a:rPr sz="2000" b="1" u="sng" spc="-30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Malgun Gothic"/>
                <a:cs typeface="Malgun Gothic"/>
              </a:rPr>
              <a:t> </a:t>
            </a:r>
            <a:r>
              <a:rPr sz="2000" b="1" u="sng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Malgun Gothic"/>
                <a:cs typeface="Malgun Gothic"/>
              </a:rPr>
              <a:t>인재의</a:t>
            </a:r>
            <a:r>
              <a:rPr sz="2000" b="1" u="sng" spc="-30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Malgun Gothic"/>
                <a:cs typeface="Malgun Gothic"/>
              </a:rPr>
              <a:t> </a:t>
            </a:r>
            <a:r>
              <a:rPr sz="2000" b="1" u="sng" spc="-20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Malgun Gothic"/>
                <a:cs typeface="Malgun Gothic"/>
              </a:rPr>
              <a:t>필요역량</a:t>
            </a:r>
            <a:endParaRPr sz="2000">
              <a:latin typeface="Malgun Gothic"/>
              <a:cs typeface="Malgun Gothic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3281426" y="1815338"/>
            <a:ext cx="2606675" cy="533400"/>
          </a:xfrm>
          <a:prstGeom prst="rect">
            <a:avLst/>
          </a:prstGeom>
          <a:solidFill>
            <a:srgbClr val="0000FF"/>
          </a:solidFill>
        </p:spPr>
        <p:txBody>
          <a:bodyPr vert="horz" wrap="square" lIns="0" tIns="45085" rIns="0" bIns="0" rtlCol="0">
            <a:spAutoFit/>
          </a:bodyPr>
          <a:lstStyle/>
          <a:p>
            <a:pPr marL="3175">
              <a:lnSpc>
                <a:spcPct val="100000"/>
              </a:lnSpc>
              <a:spcBef>
                <a:spcPts val="355"/>
              </a:spcBef>
            </a:pPr>
            <a:r>
              <a:rPr sz="3200" u="none" dirty="0"/>
              <a:t>미래</a:t>
            </a:r>
            <a:r>
              <a:rPr sz="3200" u="none" spc="-65" dirty="0"/>
              <a:t> </a:t>
            </a:r>
            <a:r>
              <a:rPr sz="3200" u="none" spc="-20" dirty="0"/>
              <a:t>핵심역량</a:t>
            </a:r>
            <a:endParaRPr sz="3200"/>
          </a:p>
        </p:txBody>
      </p:sp>
      <p:sp>
        <p:nvSpPr>
          <p:cNvPr id="4" name="object 4"/>
          <p:cNvSpPr txBox="1"/>
          <p:nvPr/>
        </p:nvSpPr>
        <p:spPr>
          <a:xfrm>
            <a:off x="1767839" y="2597721"/>
            <a:ext cx="5615305" cy="57531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3600" b="1" u="sng" spc="-10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Malgun Gothic"/>
                <a:cs typeface="Malgun Gothic"/>
              </a:rPr>
              <a:t>메타인지(Meta-Cognition)</a:t>
            </a:r>
            <a:endParaRPr sz="3600">
              <a:latin typeface="Malgun Gothic"/>
              <a:cs typeface="Malgun Gothic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96532" y="545147"/>
            <a:ext cx="7426959" cy="98996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98450" marR="5080" indent="-286385">
              <a:lnSpc>
                <a:spcPct val="152100"/>
              </a:lnSpc>
              <a:spcBef>
                <a:spcPts val="95"/>
              </a:spcBef>
              <a:buClr>
                <a:srgbClr val="C00000"/>
              </a:buClr>
              <a:buFont typeface="Wingdings"/>
              <a:buChar char=""/>
              <a:tabLst>
                <a:tab pos="298450" algn="l"/>
              </a:tabLst>
            </a:pPr>
            <a:r>
              <a:rPr sz="1400" b="1" dirty="0">
                <a:solidFill>
                  <a:srgbClr val="FFFFFF"/>
                </a:solidFill>
                <a:latin typeface="Malgun Gothic"/>
                <a:cs typeface="Malgun Gothic"/>
              </a:rPr>
              <a:t>자신의</a:t>
            </a:r>
            <a:r>
              <a:rPr sz="1400" b="1" spc="-25" dirty="0">
                <a:solidFill>
                  <a:srgbClr val="FFFFFF"/>
                </a:solidFill>
                <a:latin typeface="Malgun Gothic"/>
                <a:cs typeface="Malgun Gothic"/>
              </a:rPr>
              <a:t> </a:t>
            </a:r>
            <a:r>
              <a:rPr sz="1400" b="1" dirty="0">
                <a:solidFill>
                  <a:srgbClr val="FFFFFF"/>
                </a:solidFill>
                <a:latin typeface="Malgun Gothic"/>
                <a:cs typeface="Malgun Gothic"/>
              </a:rPr>
              <a:t>생각,</a:t>
            </a:r>
            <a:r>
              <a:rPr sz="1400" b="1" spc="-25" dirty="0">
                <a:solidFill>
                  <a:srgbClr val="FFFFFF"/>
                </a:solidFill>
                <a:latin typeface="Malgun Gothic"/>
                <a:cs typeface="Malgun Gothic"/>
              </a:rPr>
              <a:t> </a:t>
            </a:r>
            <a:r>
              <a:rPr sz="1400" b="1" dirty="0">
                <a:solidFill>
                  <a:srgbClr val="FFFFFF"/>
                </a:solidFill>
                <a:latin typeface="Malgun Gothic"/>
                <a:cs typeface="Malgun Gothic"/>
              </a:rPr>
              <a:t>판단,</a:t>
            </a:r>
            <a:r>
              <a:rPr sz="1400" b="1" spc="-30" dirty="0">
                <a:solidFill>
                  <a:srgbClr val="FFFFFF"/>
                </a:solidFill>
                <a:latin typeface="Malgun Gothic"/>
                <a:cs typeface="Malgun Gothic"/>
              </a:rPr>
              <a:t> </a:t>
            </a:r>
            <a:r>
              <a:rPr sz="1400" b="1" dirty="0">
                <a:solidFill>
                  <a:srgbClr val="FFFFFF"/>
                </a:solidFill>
                <a:latin typeface="Malgun Gothic"/>
                <a:cs typeface="Malgun Gothic"/>
              </a:rPr>
              <a:t>학습,</a:t>
            </a:r>
            <a:r>
              <a:rPr sz="1400" b="1" spc="-25" dirty="0">
                <a:solidFill>
                  <a:srgbClr val="FFFFFF"/>
                </a:solidFill>
                <a:latin typeface="Malgun Gothic"/>
                <a:cs typeface="Malgun Gothic"/>
              </a:rPr>
              <a:t> </a:t>
            </a:r>
            <a:r>
              <a:rPr sz="1400" b="1" dirty="0">
                <a:solidFill>
                  <a:srgbClr val="FFFFFF"/>
                </a:solidFill>
                <a:latin typeface="Malgun Gothic"/>
                <a:cs typeface="Malgun Gothic"/>
              </a:rPr>
              <a:t>문제</a:t>
            </a:r>
            <a:r>
              <a:rPr sz="1400" b="1" spc="-65" dirty="0">
                <a:solidFill>
                  <a:srgbClr val="FFFFFF"/>
                </a:solidFill>
                <a:latin typeface="Malgun Gothic"/>
                <a:cs typeface="Malgun Gothic"/>
              </a:rPr>
              <a:t> </a:t>
            </a:r>
            <a:r>
              <a:rPr sz="1400" b="1" dirty="0">
                <a:solidFill>
                  <a:srgbClr val="FFFFFF"/>
                </a:solidFill>
                <a:latin typeface="Malgun Gothic"/>
                <a:cs typeface="Malgun Gothic"/>
              </a:rPr>
              <a:t>해결</a:t>
            </a:r>
            <a:r>
              <a:rPr sz="1400" b="1" spc="-60" dirty="0">
                <a:solidFill>
                  <a:srgbClr val="FFFFFF"/>
                </a:solidFill>
                <a:latin typeface="Malgun Gothic"/>
                <a:cs typeface="Malgun Gothic"/>
              </a:rPr>
              <a:t> </a:t>
            </a:r>
            <a:r>
              <a:rPr sz="1400" b="1" dirty="0">
                <a:solidFill>
                  <a:srgbClr val="FFFFFF"/>
                </a:solidFill>
                <a:latin typeface="Malgun Gothic"/>
                <a:cs typeface="Malgun Gothic"/>
              </a:rPr>
              <a:t>같은</a:t>
            </a:r>
            <a:r>
              <a:rPr sz="1400" b="1" spc="-65" dirty="0">
                <a:solidFill>
                  <a:srgbClr val="FFFFFF"/>
                </a:solidFill>
                <a:latin typeface="Malgun Gothic"/>
                <a:cs typeface="Malgun Gothic"/>
              </a:rPr>
              <a:t> </a:t>
            </a:r>
            <a:r>
              <a:rPr sz="1400" b="1" dirty="0">
                <a:solidFill>
                  <a:srgbClr val="FFFFFF"/>
                </a:solidFill>
                <a:latin typeface="Malgun Gothic"/>
                <a:cs typeface="Malgun Gothic"/>
              </a:rPr>
              <a:t>인지</a:t>
            </a:r>
            <a:r>
              <a:rPr sz="1400" b="1" spc="-65" dirty="0">
                <a:solidFill>
                  <a:srgbClr val="FFFFFF"/>
                </a:solidFill>
                <a:latin typeface="Malgun Gothic"/>
                <a:cs typeface="Malgun Gothic"/>
              </a:rPr>
              <a:t> </a:t>
            </a:r>
            <a:r>
              <a:rPr sz="1400" b="1" dirty="0">
                <a:solidFill>
                  <a:srgbClr val="FFFFFF"/>
                </a:solidFill>
                <a:latin typeface="Malgun Gothic"/>
                <a:cs typeface="Malgun Gothic"/>
              </a:rPr>
              <a:t>과정을</a:t>
            </a:r>
            <a:r>
              <a:rPr sz="1400" b="1" spc="-20" dirty="0">
                <a:solidFill>
                  <a:srgbClr val="FFFFFF"/>
                </a:solidFill>
                <a:latin typeface="Malgun Gothic"/>
                <a:cs typeface="Malgun Gothic"/>
              </a:rPr>
              <a:t> </a:t>
            </a:r>
            <a:r>
              <a:rPr sz="1400" b="1" dirty="0">
                <a:solidFill>
                  <a:srgbClr val="FFFFFF"/>
                </a:solidFill>
                <a:latin typeface="Malgun Gothic"/>
                <a:cs typeface="Malgun Gothic"/>
              </a:rPr>
              <a:t>스스로</a:t>
            </a:r>
            <a:r>
              <a:rPr sz="1400" b="1" spc="-20" dirty="0">
                <a:solidFill>
                  <a:srgbClr val="FFFFFF"/>
                </a:solidFill>
                <a:latin typeface="Malgun Gothic"/>
                <a:cs typeface="Malgun Gothic"/>
              </a:rPr>
              <a:t> </a:t>
            </a:r>
            <a:r>
              <a:rPr sz="1400" b="1" dirty="0">
                <a:solidFill>
                  <a:srgbClr val="FFFFFF"/>
                </a:solidFill>
                <a:latin typeface="Malgun Gothic"/>
                <a:cs typeface="Malgun Gothic"/>
              </a:rPr>
              <a:t>인식하고</a:t>
            </a:r>
            <a:r>
              <a:rPr sz="1400" b="1" spc="-45" dirty="0">
                <a:solidFill>
                  <a:srgbClr val="FFFFFF"/>
                </a:solidFill>
                <a:latin typeface="Malgun Gothic"/>
                <a:cs typeface="Malgun Gothic"/>
              </a:rPr>
              <a:t> </a:t>
            </a:r>
            <a:r>
              <a:rPr sz="1400" b="1" dirty="0">
                <a:solidFill>
                  <a:srgbClr val="FFFFFF"/>
                </a:solidFill>
                <a:latin typeface="Malgun Gothic"/>
                <a:cs typeface="Malgun Gothic"/>
              </a:rPr>
              <a:t>평가하며</a:t>
            </a:r>
            <a:r>
              <a:rPr sz="1400" b="1" spc="-40" dirty="0">
                <a:solidFill>
                  <a:srgbClr val="FFFFFF"/>
                </a:solidFill>
                <a:latin typeface="Malgun Gothic"/>
                <a:cs typeface="Malgun Gothic"/>
              </a:rPr>
              <a:t> </a:t>
            </a:r>
            <a:r>
              <a:rPr sz="1400" b="1" spc="-20" dirty="0">
                <a:solidFill>
                  <a:srgbClr val="FFFFFF"/>
                </a:solidFill>
                <a:latin typeface="Malgun Gothic"/>
                <a:cs typeface="Malgun Gothic"/>
              </a:rPr>
              <a:t>조절하는 </a:t>
            </a:r>
            <a:r>
              <a:rPr sz="1400" b="1" dirty="0">
                <a:solidFill>
                  <a:srgbClr val="FFFFFF"/>
                </a:solidFill>
                <a:latin typeface="Malgun Gothic"/>
                <a:cs typeface="Malgun Gothic"/>
              </a:rPr>
              <a:t>‘상위</a:t>
            </a:r>
            <a:r>
              <a:rPr sz="1400" b="1" spc="-35" dirty="0">
                <a:solidFill>
                  <a:srgbClr val="FFFFFF"/>
                </a:solidFill>
                <a:latin typeface="Malgun Gothic"/>
                <a:cs typeface="Malgun Gothic"/>
              </a:rPr>
              <a:t> </a:t>
            </a:r>
            <a:r>
              <a:rPr sz="1400" b="1" dirty="0">
                <a:solidFill>
                  <a:srgbClr val="FFFFFF"/>
                </a:solidFill>
                <a:latin typeface="Malgun Gothic"/>
                <a:cs typeface="Malgun Gothic"/>
              </a:rPr>
              <a:t>인지</a:t>
            </a:r>
            <a:r>
              <a:rPr sz="1400" b="1" spc="-35" dirty="0">
                <a:solidFill>
                  <a:srgbClr val="FFFFFF"/>
                </a:solidFill>
                <a:latin typeface="Malgun Gothic"/>
                <a:cs typeface="Malgun Gothic"/>
              </a:rPr>
              <a:t> </a:t>
            </a:r>
            <a:r>
              <a:rPr sz="1400" b="1" spc="-25" dirty="0">
                <a:solidFill>
                  <a:srgbClr val="FFFFFF"/>
                </a:solidFill>
                <a:latin typeface="Malgun Gothic"/>
                <a:cs typeface="Malgun Gothic"/>
              </a:rPr>
              <a:t>능력’</a:t>
            </a:r>
            <a:endParaRPr sz="1400" dirty="0">
              <a:latin typeface="Malgun Gothic"/>
              <a:cs typeface="Malgun Gothic"/>
            </a:endParaRPr>
          </a:p>
          <a:p>
            <a:pPr marL="298450" indent="-285750">
              <a:lnSpc>
                <a:spcPct val="100000"/>
              </a:lnSpc>
              <a:spcBef>
                <a:spcPts val="800"/>
              </a:spcBef>
              <a:buClr>
                <a:srgbClr val="C00000"/>
              </a:buClr>
              <a:buFont typeface="Wingdings"/>
              <a:buChar char=""/>
              <a:tabLst>
                <a:tab pos="298450" algn="l"/>
              </a:tabLst>
            </a:pPr>
            <a:r>
              <a:rPr sz="1400" b="1" dirty="0">
                <a:solidFill>
                  <a:srgbClr val="FFFFFF"/>
                </a:solidFill>
                <a:latin typeface="Malgun Gothic"/>
                <a:cs typeface="Malgun Gothic"/>
              </a:rPr>
              <a:t>“자신이</a:t>
            </a:r>
            <a:r>
              <a:rPr sz="1400" b="1" spc="-10" dirty="0">
                <a:solidFill>
                  <a:srgbClr val="FFFFFF"/>
                </a:solidFill>
                <a:latin typeface="Malgun Gothic"/>
                <a:cs typeface="Malgun Gothic"/>
              </a:rPr>
              <a:t> </a:t>
            </a:r>
            <a:r>
              <a:rPr sz="1400" b="1" dirty="0">
                <a:solidFill>
                  <a:srgbClr val="FFFFFF"/>
                </a:solidFill>
                <a:latin typeface="Malgun Gothic"/>
                <a:cs typeface="Malgun Gothic"/>
              </a:rPr>
              <a:t>알고</a:t>
            </a:r>
            <a:r>
              <a:rPr sz="1400" b="1" spc="-60" dirty="0">
                <a:solidFill>
                  <a:srgbClr val="FFFFFF"/>
                </a:solidFill>
                <a:latin typeface="Malgun Gothic"/>
                <a:cs typeface="Malgun Gothic"/>
              </a:rPr>
              <a:t> </a:t>
            </a:r>
            <a:r>
              <a:rPr sz="1400" b="1" dirty="0">
                <a:solidFill>
                  <a:srgbClr val="FFFFFF"/>
                </a:solidFill>
                <a:latin typeface="Malgun Gothic"/>
                <a:cs typeface="Malgun Gothic"/>
              </a:rPr>
              <a:t>있는</a:t>
            </a:r>
            <a:r>
              <a:rPr sz="1400" b="1" spc="-60" dirty="0">
                <a:solidFill>
                  <a:srgbClr val="FFFFFF"/>
                </a:solidFill>
                <a:latin typeface="Malgun Gothic"/>
                <a:cs typeface="Malgun Gothic"/>
              </a:rPr>
              <a:t> </a:t>
            </a:r>
            <a:r>
              <a:rPr sz="1400" b="1" dirty="0">
                <a:solidFill>
                  <a:srgbClr val="FFFFFF"/>
                </a:solidFill>
                <a:latin typeface="Malgun Gothic"/>
                <a:cs typeface="Malgun Gothic"/>
              </a:rPr>
              <a:t>것과</a:t>
            </a:r>
            <a:r>
              <a:rPr sz="1400" b="1" spc="-60" dirty="0">
                <a:solidFill>
                  <a:srgbClr val="FFFFFF"/>
                </a:solidFill>
                <a:latin typeface="Malgun Gothic"/>
                <a:cs typeface="Malgun Gothic"/>
              </a:rPr>
              <a:t> </a:t>
            </a:r>
            <a:r>
              <a:rPr sz="1400" b="1" dirty="0">
                <a:solidFill>
                  <a:srgbClr val="FFFFFF"/>
                </a:solidFill>
                <a:latin typeface="Malgun Gothic"/>
                <a:cs typeface="Malgun Gothic"/>
              </a:rPr>
              <a:t>모르는</a:t>
            </a:r>
            <a:r>
              <a:rPr sz="1400" b="1" spc="-5" dirty="0">
                <a:solidFill>
                  <a:srgbClr val="FFFFFF"/>
                </a:solidFill>
                <a:latin typeface="Malgun Gothic"/>
                <a:cs typeface="Malgun Gothic"/>
              </a:rPr>
              <a:t> </a:t>
            </a:r>
            <a:r>
              <a:rPr sz="1400" b="1" dirty="0">
                <a:solidFill>
                  <a:srgbClr val="FFFFFF"/>
                </a:solidFill>
                <a:latin typeface="Malgun Gothic"/>
                <a:cs typeface="Malgun Gothic"/>
              </a:rPr>
              <a:t>것을</a:t>
            </a:r>
            <a:r>
              <a:rPr sz="1400" b="1" spc="-55" dirty="0">
                <a:solidFill>
                  <a:srgbClr val="FFFFFF"/>
                </a:solidFill>
                <a:latin typeface="Malgun Gothic"/>
                <a:cs typeface="Malgun Gothic"/>
              </a:rPr>
              <a:t> </a:t>
            </a:r>
            <a:r>
              <a:rPr sz="1400" b="1" dirty="0">
                <a:solidFill>
                  <a:srgbClr val="FFFFFF"/>
                </a:solidFill>
                <a:latin typeface="Malgun Gothic"/>
                <a:cs typeface="Malgun Gothic"/>
              </a:rPr>
              <a:t>구분하는</a:t>
            </a:r>
            <a:r>
              <a:rPr sz="1400" b="1" spc="-35" dirty="0">
                <a:solidFill>
                  <a:srgbClr val="FFFFFF"/>
                </a:solidFill>
                <a:latin typeface="Malgun Gothic"/>
                <a:cs typeface="Malgun Gothic"/>
              </a:rPr>
              <a:t> </a:t>
            </a:r>
            <a:r>
              <a:rPr sz="1400" b="1" spc="-25" dirty="0">
                <a:solidFill>
                  <a:srgbClr val="FFFFFF"/>
                </a:solidFill>
                <a:latin typeface="Malgun Gothic"/>
                <a:cs typeface="Malgun Gothic"/>
              </a:rPr>
              <a:t>능력”</a:t>
            </a:r>
            <a:endParaRPr sz="1400" dirty="0">
              <a:latin typeface="Malgun Gothic"/>
              <a:cs typeface="Malgun Gothic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pc="-10" dirty="0"/>
              <a:t>메타인지(Meta-Cognition)란?</a:t>
            </a:r>
          </a:p>
        </p:txBody>
      </p:sp>
      <p:grpSp>
        <p:nvGrpSpPr>
          <p:cNvPr id="4" name="object 4"/>
          <p:cNvGrpSpPr/>
          <p:nvPr/>
        </p:nvGrpSpPr>
        <p:grpSpPr>
          <a:xfrm>
            <a:off x="1992376" y="1819275"/>
            <a:ext cx="4959350" cy="2933700"/>
            <a:chOff x="1992376" y="1819275"/>
            <a:chExt cx="4959350" cy="2933700"/>
          </a:xfrm>
        </p:grpSpPr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952750" y="1819275"/>
              <a:ext cx="2943225" cy="2933700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2005076" y="2334513"/>
              <a:ext cx="1076325" cy="1158240"/>
            </a:xfrm>
            <a:custGeom>
              <a:avLst/>
              <a:gdLst/>
              <a:ahLst/>
              <a:cxnLst/>
              <a:rect l="l" t="t" r="r" b="b"/>
              <a:pathLst>
                <a:path w="1076325" h="1158239">
                  <a:moveTo>
                    <a:pt x="807212" y="0"/>
                  </a:moveTo>
                  <a:lnTo>
                    <a:pt x="807212" y="134619"/>
                  </a:lnTo>
                  <a:lnTo>
                    <a:pt x="750883" y="146325"/>
                  </a:lnTo>
                  <a:lnTo>
                    <a:pt x="696002" y="160090"/>
                  </a:lnTo>
                  <a:lnTo>
                    <a:pt x="642642" y="175846"/>
                  </a:lnTo>
                  <a:lnTo>
                    <a:pt x="590874" y="193527"/>
                  </a:lnTo>
                  <a:lnTo>
                    <a:pt x="540772" y="213064"/>
                  </a:lnTo>
                  <a:lnTo>
                    <a:pt x="492407" y="234389"/>
                  </a:lnTo>
                  <a:lnTo>
                    <a:pt x="445852" y="257435"/>
                  </a:lnTo>
                  <a:lnTo>
                    <a:pt x="401179" y="282133"/>
                  </a:lnTo>
                  <a:lnTo>
                    <a:pt x="358462" y="308416"/>
                  </a:lnTo>
                  <a:lnTo>
                    <a:pt x="317772" y="336216"/>
                  </a:lnTo>
                  <a:lnTo>
                    <a:pt x="279182" y="365466"/>
                  </a:lnTo>
                  <a:lnTo>
                    <a:pt x="242764" y="396096"/>
                  </a:lnTo>
                  <a:lnTo>
                    <a:pt x="208592" y="428040"/>
                  </a:lnTo>
                  <a:lnTo>
                    <a:pt x="176736" y="461230"/>
                  </a:lnTo>
                  <a:lnTo>
                    <a:pt x="147271" y="495597"/>
                  </a:lnTo>
                  <a:lnTo>
                    <a:pt x="120268" y="531075"/>
                  </a:lnTo>
                  <a:lnTo>
                    <a:pt x="95799" y="567594"/>
                  </a:lnTo>
                  <a:lnTo>
                    <a:pt x="73938" y="605088"/>
                  </a:lnTo>
                  <a:lnTo>
                    <a:pt x="54756" y="643488"/>
                  </a:lnTo>
                  <a:lnTo>
                    <a:pt x="38327" y="682727"/>
                  </a:lnTo>
                  <a:lnTo>
                    <a:pt x="24722" y="722737"/>
                  </a:lnTo>
                  <a:lnTo>
                    <a:pt x="14015" y="763449"/>
                  </a:lnTo>
                  <a:lnTo>
                    <a:pt x="6277" y="804797"/>
                  </a:lnTo>
                  <a:lnTo>
                    <a:pt x="1581" y="846712"/>
                  </a:lnTo>
                  <a:lnTo>
                    <a:pt x="0" y="889127"/>
                  </a:lnTo>
                  <a:lnTo>
                    <a:pt x="0" y="1158240"/>
                  </a:lnTo>
                  <a:lnTo>
                    <a:pt x="1581" y="1115825"/>
                  </a:lnTo>
                  <a:lnTo>
                    <a:pt x="6277" y="1073910"/>
                  </a:lnTo>
                  <a:lnTo>
                    <a:pt x="14015" y="1032562"/>
                  </a:lnTo>
                  <a:lnTo>
                    <a:pt x="24722" y="991849"/>
                  </a:lnTo>
                  <a:lnTo>
                    <a:pt x="38327" y="951839"/>
                  </a:lnTo>
                  <a:lnTo>
                    <a:pt x="54756" y="912599"/>
                  </a:lnTo>
                  <a:lnTo>
                    <a:pt x="73938" y="874198"/>
                  </a:lnTo>
                  <a:lnTo>
                    <a:pt x="95799" y="836703"/>
                  </a:lnTo>
                  <a:lnTo>
                    <a:pt x="120268" y="800182"/>
                  </a:lnTo>
                  <a:lnTo>
                    <a:pt x="147271" y="764702"/>
                  </a:lnTo>
                  <a:lnTo>
                    <a:pt x="176736" y="730332"/>
                  </a:lnTo>
                  <a:lnTo>
                    <a:pt x="208592" y="697139"/>
                  </a:lnTo>
                  <a:lnTo>
                    <a:pt x="242764" y="665191"/>
                  </a:lnTo>
                  <a:lnTo>
                    <a:pt x="279182" y="634556"/>
                  </a:lnTo>
                  <a:lnTo>
                    <a:pt x="317772" y="605302"/>
                  </a:lnTo>
                  <a:lnTo>
                    <a:pt x="358462" y="577496"/>
                  </a:lnTo>
                  <a:lnTo>
                    <a:pt x="401179" y="551206"/>
                  </a:lnTo>
                  <a:lnTo>
                    <a:pt x="445852" y="526500"/>
                  </a:lnTo>
                  <a:lnTo>
                    <a:pt x="492407" y="503446"/>
                  </a:lnTo>
                  <a:lnTo>
                    <a:pt x="540772" y="482112"/>
                  </a:lnTo>
                  <a:lnTo>
                    <a:pt x="590874" y="462565"/>
                  </a:lnTo>
                  <a:lnTo>
                    <a:pt x="642642" y="444873"/>
                  </a:lnTo>
                  <a:lnTo>
                    <a:pt x="696002" y="429104"/>
                  </a:lnTo>
                  <a:lnTo>
                    <a:pt x="750883" y="415325"/>
                  </a:lnTo>
                  <a:lnTo>
                    <a:pt x="807212" y="403606"/>
                  </a:lnTo>
                  <a:lnTo>
                    <a:pt x="807212" y="538226"/>
                  </a:lnTo>
                  <a:lnTo>
                    <a:pt x="1076325" y="244348"/>
                  </a:lnTo>
                  <a:lnTo>
                    <a:pt x="807212" y="0"/>
                  </a:lnTo>
                  <a:close/>
                </a:path>
              </a:pathLst>
            </a:custGeom>
            <a:solidFill>
              <a:srgbClr val="D4D2F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2005021" y="3358133"/>
              <a:ext cx="1076960" cy="914400"/>
            </a:xfrm>
            <a:custGeom>
              <a:avLst/>
              <a:gdLst/>
              <a:ahLst/>
              <a:cxnLst/>
              <a:rect l="l" t="t" r="r" b="b"/>
              <a:pathLst>
                <a:path w="1076960" h="914400">
                  <a:moveTo>
                    <a:pt x="16183" y="0"/>
                  </a:moveTo>
                  <a:lnTo>
                    <a:pt x="7785" y="40952"/>
                  </a:lnTo>
                  <a:lnTo>
                    <a:pt x="2410" y="81716"/>
                  </a:lnTo>
                  <a:lnTo>
                    <a:pt x="0" y="122232"/>
                  </a:lnTo>
                  <a:lnTo>
                    <a:pt x="492" y="162435"/>
                  </a:lnTo>
                  <a:lnTo>
                    <a:pt x="3827" y="202263"/>
                  </a:lnTo>
                  <a:lnTo>
                    <a:pt x="9945" y="241655"/>
                  </a:lnTo>
                  <a:lnTo>
                    <a:pt x="18785" y="280547"/>
                  </a:lnTo>
                  <a:lnTo>
                    <a:pt x="30286" y="318879"/>
                  </a:lnTo>
                  <a:lnTo>
                    <a:pt x="44388" y="356586"/>
                  </a:lnTo>
                  <a:lnTo>
                    <a:pt x="61032" y="393607"/>
                  </a:lnTo>
                  <a:lnTo>
                    <a:pt x="80155" y="429880"/>
                  </a:lnTo>
                  <a:lnTo>
                    <a:pt x="101698" y="465342"/>
                  </a:lnTo>
                  <a:lnTo>
                    <a:pt x="125601" y="499930"/>
                  </a:lnTo>
                  <a:lnTo>
                    <a:pt x="151803" y="533583"/>
                  </a:lnTo>
                  <a:lnTo>
                    <a:pt x="180244" y="566238"/>
                  </a:lnTo>
                  <a:lnTo>
                    <a:pt x="210863" y="597833"/>
                  </a:lnTo>
                  <a:lnTo>
                    <a:pt x="243599" y="628306"/>
                  </a:lnTo>
                  <a:lnTo>
                    <a:pt x="278393" y="657593"/>
                  </a:lnTo>
                  <a:lnTo>
                    <a:pt x="315184" y="685633"/>
                  </a:lnTo>
                  <a:lnTo>
                    <a:pt x="353912" y="712363"/>
                  </a:lnTo>
                  <a:lnTo>
                    <a:pt x="394516" y="737722"/>
                  </a:lnTo>
                  <a:lnTo>
                    <a:pt x="436935" y="761646"/>
                  </a:lnTo>
                  <a:lnTo>
                    <a:pt x="481110" y="784074"/>
                  </a:lnTo>
                  <a:lnTo>
                    <a:pt x="526980" y="804942"/>
                  </a:lnTo>
                  <a:lnTo>
                    <a:pt x="574484" y="824189"/>
                  </a:lnTo>
                  <a:lnTo>
                    <a:pt x="623563" y="841752"/>
                  </a:lnTo>
                  <a:lnTo>
                    <a:pt x="674155" y="857570"/>
                  </a:lnTo>
                  <a:lnTo>
                    <a:pt x="726200" y="871579"/>
                  </a:lnTo>
                  <a:lnTo>
                    <a:pt x="779638" y="883717"/>
                  </a:lnTo>
                  <a:lnTo>
                    <a:pt x="834408" y="893922"/>
                  </a:lnTo>
                  <a:lnTo>
                    <a:pt x="890451" y="902131"/>
                  </a:lnTo>
                  <a:lnTo>
                    <a:pt x="936612" y="907243"/>
                  </a:lnTo>
                  <a:lnTo>
                    <a:pt x="983034" y="910899"/>
                  </a:lnTo>
                  <a:lnTo>
                    <a:pt x="1029647" y="913095"/>
                  </a:lnTo>
                  <a:lnTo>
                    <a:pt x="1076379" y="913828"/>
                  </a:lnTo>
                  <a:lnTo>
                    <a:pt x="1076379" y="644753"/>
                  </a:lnTo>
                  <a:lnTo>
                    <a:pt x="1020661" y="643721"/>
                  </a:lnTo>
                  <a:lnTo>
                    <a:pt x="965599" y="640654"/>
                  </a:lnTo>
                  <a:lnTo>
                    <a:pt x="911270" y="635600"/>
                  </a:lnTo>
                  <a:lnTo>
                    <a:pt x="857751" y="628606"/>
                  </a:lnTo>
                  <a:lnTo>
                    <a:pt x="805119" y="619717"/>
                  </a:lnTo>
                  <a:lnTo>
                    <a:pt x="753450" y="608982"/>
                  </a:lnTo>
                  <a:lnTo>
                    <a:pt x="702822" y="596445"/>
                  </a:lnTo>
                  <a:lnTo>
                    <a:pt x="653312" y="582156"/>
                  </a:lnTo>
                  <a:lnTo>
                    <a:pt x="604996" y="566159"/>
                  </a:lnTo>
                  <a:lnTo>
                    <a:pt x="557951" y="548502"/>
                  </a:lnTo>
                  <a:lnTo>
                    <a:pt x="512255" y="529231"/>
                  </a:lnTo>
                  <a:lnTo>
                    <a:pt x="467983" y="508393"/>
                  </a:lnTo>
                  <a:lnTo>
                    <a:pt x="425213" y="486035"/>
                  </a:lnTo>
                  <a:lnTo>
                    <a:pt x="384023" y="462203"/>
                  </a:lnTo>
                  <a:lnTo>
                    <a:pt x="344487" y="436945"/>
                  </a:lnTo>
                  <a:lnTo>
                    <a:pt x="306685" y="410307"/>
                  </a:lnTo>
                  <a:lnTo>
                    <a:pt x="270692" y="382335"/>
                  </a:lnTo>
                  <a:lnTo>
                    <a:pt x="236585" y="353076"/>
                  </a:lnTo>
                  <a:lnTo>
                    <a:pt x="204442" y="322578"/>
                  </a:lnTo>
                  <a:lnTo>
                    <a:pt x="174338" y="290886"/>
                  </a:lnTo>
                  <a:lnTo>
                    <a:pt x="146352" y="258048"/>
                  </a:lnTo>
                  <a:lnTo>
                    <a:pt x="120560" y="224109"/>
                  </a:lnTo>
                  <a:lnTo>
                    <a:pt x="97038" y="189118"/>
                  </a:lnTo>
                  <a:lnTo>
                    <a:pt x="75864" y="153120"/>
                  </a:lnTo>
                  <a:lnTo>
                    <a:pt x="57115" y="116163"/>
                  </a:lnTo>
                  <a:lnTo>
                    <a:pt x="40867" y="78293"/>
                  </a:lnTo>
                  <a:lnTo>
                    <a:pt x="27197" y="39556"/>
                  </a:lnTo>
                  <a:lnTo>
                    <a:pt x="16183" y="0"/>
                  </a:lnTo>
                  <a:close/>
                </a:path>
              </a:pathLst>
            </a:custGeom>
            <a:solidFill>
              <a:srgbClr val="ABAAC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2005076" y="2334513"/>
              <a:ext cx="1076325" cy="1938020"/>
            </a:xfrm>
            <a:custGeom>
              <a:avLst/>
              <a:gdLst/>
              <a:ahLst/>
              <a:cxnLst/>
              <a:rect l="l" t="t" r="r" b="b"/>
              <a:pathLst>
                <a:path w="1076325" h="1938020">
                  <a:moveTo>
                    <a:pt x="0" y="1158240"/>
                  </a:moveTo>
                  <a:lnTo>
                    <a:pt x="1581" y="1115825"/>
                  </a:lnTo>
                  <a:lnTo>
                    <a:pt x="6277" y="1073910"/>
                  </a:lnTo>
                  <a:lnTo>
                    <a:pt x="14015" y="1032562"/>
                  </a:lnTo>
                  <a:lnTo>
                    <a:pt x="24722" y="991849"/>
                  </a:lnTo>
                  <a:lnTo>
                    <a:pt x="38327" y="951839"/>
                  </a:lnTo>
                  <a:lnTo>
                    <a:pt x="54756" y="912599"/>
                  </a:lnTo>
                  <a:lnTo>
                    <a:pt x="73938" y="874198"/>
                  </a:lnTo>
                  <a:lnTo>
                    <a:pt x="95799" y="836703"/>
                  </a:lnTo>
                  <a:lnTo>
                    <a:pt x="120268" y="800182"/>
                  </a:lnTo>
                  <a:lnTo>
                    <a:pt x="147271" y="764702"/>
                  </a:lnTo>
                  <a:lnTo>
                    <a:pt x="176736" y="730332"/>
                  </a:lnTo>
                  <a:lnTo>
                    <a:pt x="208592" y="697139"/>
                  </a:lnTo>
                  <a:lnTo>
                    <a:pt x="242764" y="665191"/>
                  </a:lnTo>
                  <a:lnTo>
                    <a:pt x="279182" y="634556"/>
                  </a:lnTo>
                  <a:lnTo>
                    <a:pt x="317772" y="605302"/>
                  </a:lnTo>
                  <a:lnTo>
                    <a:pt x="358462" y="577496"/>
                  </a:lnTo>
                  <a:lnTo>
                    <a:pt x="401179" y="551206"/>
                  </a:lnTo>
                  <a:lnTo>
                    <a:pt x="445852" y="526500"/>
                  </a:lnTo>
                  <a:lnTo>
                    <a:pt x="492407" y="503446"/>
                  </a:lnTo>
                  <a:lnTo>
                    <a:pt x="540772" y="482112"/>
                  </a:lnTo>
                  <a:lnTo>
                    <a:pt x="590874" y="462565"/>
                  </a:lnTo>
                  <a:lnTo>
                    <a:pt x="642642" y="444873"/>
                  </a:lnTo>
                  <a:lnTo>
                    <a:pt x="696002" y="429104"/>
                  </a:lnTo>
                  <a:lnTo>
                    <a:pt x="750883" y="415325"/>
                  </a:lnTo>
                  <a:lnTo>
                    <a:pt x="807212" y="403606"/>
                  </a:lnTo>
                  <a:lnTo>
                    <a:pt x="807212" y="538226"/>
                  </a:lnTo>
                  <a:lnTo>
                    <a:pt x="1076325" y="244348"/>
                  </a:lnTo>
                  <a:lnTo>
                    <a:pt x="807212" y="0"/>
                  </a:lnTo>
                  <a:lnTo>
                    <a:pt x="807212" y="134619"/>
                  </a:lnTo>
                  <a:lnTo>
                    <a:pt x="750883" y="146325"/>
                  </a:lnTo>
                  <a:lnTo>
                    <a:pt x="696002" y="160090"/>
                  </a:lnTo>
                  <a:lnTo>
                    <a:pt x="642642" y="175846"/>
                  </a:lnTo>
                  <a:lnTo>
                    <a:pt x="590874" y="193527"/>
                  </a:lnTo>
                  <a:lnTo>
                    <a:pt x="540772" y="213064"/>
                  </a:lnTo>
                  <a:lnTo>
                    <a:pt x="492407" y="234389"/>
                  </a:lnTo>
                  <a:lnTo>
                    <a:pt x="445852" y="257435"/>
                  </a:lnTo>
                  <a:lnTo>
                    <a:pt x="401179" y="282133"/>
                  </a:lnTo>
                  <a:lnTo>
                    <a:pt x="358462" y="308416"/>
                  </a:lnTo>
                  <a:lnTo>
                    <a:pt x="317772" y="336216"/>
                  </a:lnTo>
                  <a:lnTo>
                    <a:pt x="279182" y="365466"/>
                  </a:lnTo>
                  <a:lnTo>
                    <a:pt x="242764" y="396096"/>
                  </a:lnTo>
                  <a:lnTo>
                    <a:pt x="208592" y="428040"/>
                  </a:lnTo>
                  <a:lnTo>
                    <a:pt x="176736" y="461230"/>
                  </a:lnTo>
                  <a:lnTo>
                    <a:pt x="147271" y="495597"/>
                  </a:lnTo>
                  <a:lnTo>
                    <a:pt x="120268" y="531075"/>
                  </a:lnTo>
                  <a:lnTo>
                    <a:pt x="95799" y="567594"/>
                  </a:lnTo>
                  <a:lnTo>
                    <a:pt x="73938" y="605088"/>
                  </a:lnTo>
                  <a:lnTo>
                    <a:pt x="54756" y="643488"/>
                  </a:lnTo>
                  <a:lnTo>
                    <a:pt x="38327" y="682727"/>
                  </a:lnTo>
                  <a:lnTo>
                    <a:pt x="24722" y="722737"/>
                  </a:lnTo>
                  <a:lnTo>
                    <a:pt x="14015" y="763449"/>
                  </a:lnTo>
                  <a:lnTo>
                    <a:pt x="6277" y="804797"/>
                  </a:lnTo>
                  <a:lnTo>
                    <a:pt x="1581" y="846712"/>
                  </a:lnTo>
                  <a:lnTo>
                    <a:pt x="0" y="889127"/>
                  </a:lnTo>
                  <a:lnTo>
                    <a:pt x="0" y="1158240"/>
                  </a:lnTo>
                  <a:lnTo>
                    <a:pt x="1400" y="1198335"/>
                  </a:lnTo>
                  <a:lnTo>
                    <a:pt x="5556" y="1237904"/>
                  </a:lnTo>
                  <a:lnTo>
                    <a:pt x="12400" y="1276898"/>
                  </a:lnTo>
                  <a:lnTo>
                    <a:pt x="21865" y="1315268"/>
                  </a:lnTo>
                  <a:lnTo>
                    <a:pt x="33882" y="1352966"/>
                  </a:lnTo>
                  <a:lnTo>
                    <a:pt x="48385" y="1389941"/>
                  </a:lnTo>
                  <a:lnTo>
                    <a:pt x="65305" y="1426145"/>
                  </a:lnTo>
                  <a:lnTo>
                    <a:pt x="84576" y="1461530"/>
                  </a:lnTo>
                  <a:lnTo>
                    <a:pt x="106128" y="1496045"/>
                  </a:lnTo>
                  <a:lnTo>
                    <a:pt x="129896" y="1529643"/>
                  </a:lnTo>
                  <a:lnTo>
                    <a:pt x="155811" y="1562274"/>
                  </a:lnTo>
                  <a:lnTo>
                    <a:pt x="183806" y="1593889"/>
                  </a:lnTo>
                  <a:lnTo>
                    <a:pt x="213813" y="1624439"/>
                  </a:lnTo>
                  <a:lnTo>
                    <a:pt x="245764" y="1653876"/>
                  </a:lnTo>
                  <a:lnTo>
                    <a:pt x="279592" y="1682149"/>
                  </a:lnTo>
                  <a:lnTo>
                    <a:pt x="315229" y="1709212"/>
                  </a:lnTo>
                  <a:lnTo>
                    <a:pt x="352608" y="1735013"/>
                  </a:lnTo>
                  <a:lnTo>
                    <a:pt x="391661" y="1759505"/>
                  </a:lnTo>
                  <a:lnTo>
                    <a:pt x="432321" y="1782638"/>
                  </a:lnTo>
                  <a:lnTo>
                    <a:pt x="474519" y="1804363"/>
                  </a:lnTo>
                  <a:lnTo>
                    <a:pt x="518189" y="1824632"/>
                  </a:lnTo>
                  <a:lnTo>
                    <a:pt x="563262" y="1843396"/>
                  </a:lnTo>
                  <a:lnTo>
                    <a:pt x="609672" y="1860604"/>
                  </a:lnTo>
                  <a:lnTo>
                    <a:pt x="657350" y="1876210"/>
                  </a:lnTo>
                  <a:lnTo>
                    <a:pt x="706228" y="1890162"/>
                  </a:lnTo>
                  <a:lnTo>
                    <a:pt x="756240" y="1902414"/>
                  </a:lnTo>
                  <a:lnTo>
                    <a:pt x="807318" y="1912915"/>
                  </a:lnTo>
                  <a:lnTo>
                    <a:pt x="859393" y="1921616"/>
                  </a:lnTo>
                  <a:lnTo>
                    <a:pt x="912399" y="1928469"/>
                  </a:lnTo>
                  <a:lnTo>
                    <a:pt x="966268" y="1933425"/>
                  </a:lnTo>
                  <a:lnTo>
                    <a:pt x="1020933" y="1936434"/>
                  </a:lnTo>
                  <a:lnTo>
                    <a:pt x="1076325" y="1937448"/>
                  </a:lnTo>
                  <a:lnTo>
                    <a:pt x="1076325" y="1668373"/>
                  </a:lnTo>
                  <a:lnTo>
                    <a:pt x="1020606" y="1667341"/>
                  </a:lnTo>
                  <a:lnTo>
                    <a:pt x="965544" y="1664274"/>
                  </a:lnTo>
                  <a:lnTo>
                    <a:pt x="911215" y="1659220"/>
                  </a:lnTo>
                  <a:lnTo>
                    <a:pt x="857696" y="1652226"/>
                  </a:lnTo>
                  <a:lnTo>
                    <a:pt x="805064" y="1643337"/>
                  </a:lnTo>
                  <a:lnTo>
                    <a:pt x="753396" y="1632602"/>
                  </a:lnTo>
                  <a:lnTo>
                    <a:pt x="702768" y="1620065"/>
                  </a:lnTo>
                  <a:lnTo>
                    <a:pt x="653258" y="1605776"/>
                  </a:lnTo>
                  <a:lnTo>
                    <a:pt x="604942" y="1589779"/>
                  </a:lnTo>
                  <a:lnTo>
                    <a:pt x="557897" y="1572122"/>
                  </a:lnTo>
                  <a:lnTo>
                    <a:pt x="512200" y="1552851"/>
                  </a:lnTo>
                  <a:lnTo>
                    <a:pt x="467929" y="1532013"/>
                  </a:lnTo>
                  <a:lnTo>
                    <a:pt x="425159" y="1509655"/>
                  </a:lnTo>
                  <a:lnTo>
                    <a:pt x="383968" y="1485823"/>
                  </a:lnTo>
                  <a:lnTo>
                    <a:pt x="344433" y="1460565"/>
                  </a:lnTo>
                  <a:lnTo>
                    <a:pt x="306630" y="1433927"/>
                  </a:lnTo>
                  <a:lnTo>
                    <a:pt x="270637" y="1405955"/>
                  </a:lnTo>
                  <a:lnTo>
                    <a:pt x="236531" y="1376696"/>
                  </a:lnTo>
                  <a:lnTo>
                    <a:pt x="204387" y="1346198"/>
                  </a:lnTo>
                  <a:lnTo>
                    <a:pt x="174284" y="1314506"/>
                  </a:lnTo>
                  <a:lnTo>
                    <a:pt x="146298" y="1281668"/>
                  </a:lnTo>
                  <a:lnTo>
                    <a:pt x="120505" y="1247729"/>
                  </a:lnTo>
                  <a:lnTo>
                    <a:pt x="96984" y="1212738"/>
                  </a:lnTo>
                  <a:lnTo>
                    <a:pt x="75810" y="1176740"/>
                  </a:lnTo>
                  <a:lnTo>
                    <a:pt x="57060" y="1139783"/>
                  </a:lnTo>
                  <a:lnTo>
                    <a:pt x="40812" y="1101913"/>
                  </a:lnTo>
                  <a:lnTo>
                    <a:pt x="27143" y="1063176"/>
                  </a:lnTo>
                  <a:lnTo>
                    <a:pt x="16129" y="1023619"/>
                  </a:lnTo>
                </a:path>
              </a:pathLst>
            </a:custGeom>
            <a:ln w="25400">
              <a:solidFill>
                <a:srgbClr val="03051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5853176" y="3125342"/>
              <a:ext cx="1085850" cy="1160145"/>
            </a:xfrm>
            <a:custGeom>
              <a:avLst/>
              <a:gdLst/>
              <a:ahLst/>
              <a:cxnLst/>
              <a:rect l="l" t="t" r="r" b="b"/>
              <a:pathLst>
                <a:path w="1085850" h="1160145">
                  <a:moveTo>
                    <a:pt x="1085850" y="0"/>
                  </a:moveTo>
                  <a:lnTo>
                    <a:pt x="1084374" y="40704"/>
                  </a:lnTo>
                  <a:lnTo>
                    <a:pt x="1079989" y="80948"/>
                  </a:lnTo>
                  <a:lnTo>
                    <a:pt x="1072761" y="120674"/>
                  </a:lnTo>
                  <a:lnTo>
                    <a:pt x="1062755" y="159820"/>
                  </a:lnTo>
                  <a:lnTo>
                    <a:pt x="1050035" y="198327"/>
                  </a:lnTo>
                  <a:lnTo>
                    <a:pt x="1034667" y="236135"/>
                  </a:lnTo>
                  <a:lnTo>
                    <a:pt x="1016716" y="273183"/>
                  </a:lnTo>
                  <a:lnTo>
                    <a:pt x="996247" y="309411"/>
                  </a:lnTo>
                  <a:lnTo>
                    <a:pt x="973325" y="344759"/>
                  </a:lnTo>
                  <a:lnTo>
                    <a:pt x="948015" y="379167"/>
                  </a:lnTo>
                  <a:lnTo>
                    <a:pt x="920382" y="412576"/>
                  </a:lnTo>
                  <a:lnTo>
                    <a:pt x="890492" y="444924"/>
                  </a:lnTo>
                  <a:lnTo>
                    <a:pt x="858408" y="476153"/>
                  </a:lnTo>
                  <a:lnTo>
                    <a:pt x="824197" y="506201"/>
                  </a:lnTo>
                  <a:lnTo>
                    <a:pt x="787924" y="535008"/>
                  </a:lnTo>
                  <a:lnTo>
                    <a:pt x="749653" y="562516"/>
                  </a:lnTo>
                  <a:lnTo>
                    <a:pt x="709450" y="588662"/>
                  </a:lnTo>
                  <a:lnTo>
                    <a:pt x="667379" y="613388"/>
                  </a:lnTo>
                  <a:lnTo>
                    <a:pt x="623506" y="636634"/>
                  </a:lnTo>
                  <a:lnTo>
                    <a:pt x="577896" y="658338"/>
                  </a:lnTo>
                  <a:lnTo>
                    <a:pt x="530614" y="678442"/>
                  </a:lnTo>
                  <a:lnTo>
                    <a:pt x="481724" y="696884"/>
                  </a:lnTo>
                  <a:lnTo>
                    <a:pt x="431293" y="713606"/>
                  </a:lnTo>
                  <a:lnTo>
                    <a:pt x="379385" y="728546"/>
                  </a:lnTo>
                  <a:lnTo>
                    <a:pt x="326065" y="741645"/>
                  </a:lnTo>
                  <a:lnTo>
                    <a:pt x="271399" y="752843"/>
                  </a:lnTo>
                  <a:lnTo>
                    <a:pt x="271399" y="617093"/>
                  </a:lnTo>
                  <a:lnTo>
                    <a:pt x="0" y="913257"/>
                  </a:lnTo>
                  <a:lnTo>
                    <a:pt x="271399" y="1160030"/>
                  </a:lnTo>
                  <a:lnTo>
                    <a:pt x="271399" y="1024293"/>
                  </a:lnTo>
                  <a:lnTo>
                    <a:pt x="326065" y="1013096"/>
                  </a:lnTo>
                  <a:lnTo>
                    <a:pt x="379385" y="999998"/>
                  </a:lnTo>
                  <a:lnTo>
                    <a:pt x="431293" y="985057"/>
                  </a:lnTo>
                  <a:lnTo>
                    <a:pt x="481724" y="968336"/>
                  </a:lnTo>
                  <a:lnTo>
                    <a:pt x="530614" y="949892"/>
                  </a:lnTo>
                  <a:lnTo>
                    <a:pt x="577896" y="929788"/>
                  </a:lnTo>
                  <a:lnTo>
                    <a:pt x="623506" y="908082"/>
                  </a:lnTo>
                  <a:lnTo>
                    <a:pt x="667379" y="884836"/>
                  </a:lnTo>
                  <a:lnTo>
                    <a:pt x="709450" y="860109"/>
                  </a:lnTo>
                  <a:lnTo>
                    <a:pt x="749653" y="833961"/>
                  </a:lnTo>
                  <a:lnTo>
                    <a:pt x="787924" y="806454"/>
                  </a:lnTo>
                  <a:lnTo>
                    <a:pt x="824197" y="777646"/>
                  </a:lnTo>
                  <a:lnTo>
                    <a:pt x="858408" y="747598"/>
                  </a:lnTo>
                  <a:lnTo>
                    <a:pt x="890492" y="716370"/>
                  </a:lnTo>
                  <a:lnTo>
                    <a:pt x="920382" y="684023"/>
                  </a:lnTo>
                  <a:lnTo>
                    <a:pt x="948015" y="650616"/>
                  </a:lnTo>
                  <a:lnTo>
                    <a:pt x="973325" y="616211"/>
                  </a:lnTo>
                  <a:lnTo>
                    <a:pt x="996247" y="580866"/>
                  </a:lnTo>
                  <a:lnTo>
                    <a:pt x="1016716" y="544642"/>
                  </a:lnTo>
                  <a:lnTo>
                    <a:pt x="1034667" y="507600"/>
                  </a:lnTo>
                  <a:lnTo>
                    <a:pt x="1050035" y="469799"/>
                  </a:lnTo>
                  <a:lnTo>
                    <a:pt x="1062755" y="431300"/>
                  </a:lnTo>
                  <a:lnTo>
                    <a:pt x="1072761" y="392163"/>
                  </a:lnTo>
                  <a:lnTo>
                    <a:pt x="1079989" y="352448"/>
                  </a:lnTo>
                  <a:lnTo>
                    <a:pt x="1084374" y="312216"/>
                  </a:lnTo>
                  <a:lnTo>
                    <a:pt x="1085850" y="271525"/>
                  </a:lnTo>
                  <a:lnTo>
                    <a:pt x="1085850" y="0"/>
                  </a:lnTo>
                  <a:close/>
                </a:path>
              </a:pathLst>
            </a:custGeom>
            <a:solidFill>
              <a:srgbClr val="D4D2F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5853176" y="2347976"/>
              <a:ext cx="1085850" cy="913130"/>
            </a:xfrm>
            <a:custGeom>
              <a:avLst/>
              <a:gdLst/>
              <a:ahLst/>
              <a:cxnLst/>
              <a:rect l="l" t="t" r="r" b="b"/>
              <a:pathLst>
                <a:path w="1085850" h="913129">
                  <a:moveTo>
                    <a:pt x="0" y="0"/>
                  </a:moveTo>
                  <a:lnTo>
                    <a:pt x="0" y="271399"/>
                  </a:lnTo>
                  <a:lnTo>
                    <a:pt x="56111" y="272426"/>
                  </a:lnTo>
                  <a:lnTo>
                    <a:pt x="111564" y="275477"/>
                  </a:lnTo>
                  <a:lnTo>
                    <a:pt x="166282" y="280506"/>
                  </a:lnTo>
                  <a:lnTo>
                    <a:pt x="220186" y="287465"/>
                  </a:lnTo>
                  <a:lnTo>
                    <a:pt x="273201" y="296309"/>
                  </a:lnTo>
                  <a:lnTo>
                    <a:pt x="325247" y="306992"/>
                  </a:lnTo>
                  <a:lnTo>
                    <a:pt x="376249" y="319466"/>
                  </a:lnTo>
                  <a:lnTo>
                    <a:pt x="426129" y="333686"/>
                  </a:lnTo>
                  <a:lnTo>
                    <a:pt x="474809" y="349604"/>
                  </a:lnTo>
                  <a:lnTo>
                    <a:pt x="522212" y="367175"/>
                  </a:lnTo>
                  <a:lnTo>
                    <a:pt x="568262" y="386352"/>
                  </a:lnTo>
                  <a:lnTo>
                    <a:pt x="612881" y="407089"/>
                  </a:lnTo>
                  <a:lnTo>
                    <a:pt x="655991" y="429339"/>
                  </a:lnTo>
                  <a:lnTo>
                    <a:pt x="697515" y="453056"/>
                  </a:lnTo>
                  <a:lnTo>
                    <a:pt x="737377" y="478194"/>
                  </a:lnTo>
                  <a:lnTo>
                    <a:pt x="775498" y="504705"/>
                  </a:lnTo>
                  <a:lnTo>
                    <a:pt x="811801" y="532545"/>
                  </a:lnTo>
                  <a:lnTo>
                    <a:pt x="846210" y="561665"/>
                  </a:lnTo>
                  <a:lnTo>
                    <a:pt x="878647" y="592020"/>
                  </a:lnTo>
                  <a:lnTo>
                    <a:pt x="909034" y="623564"/>
                  </a:lnTo>
                  <a:lnTo>
                    <a:pt x="937295" y="656250"/>
                  </a:lnTo>
                  <a:lnTo>
                    <a:pt x="963352" y="690032"/>
                  </a:lnTo>
                  <a:lnTo>
                    <a:pt x="987128" y="724862"/>
                  </a:lnTo>
                  <a:lnTo>
                    <a:pt x="1008545" y="760696"/>
                  </a:lnTo>
                  <a:lnTo>
                    <a:pt x="1027527" y="797486"/>
                  </a:lnTo>
                  <a:lnTo>
                    <a:pt x="1043996" y="835186"/>
                  </a:lnTo>
                  <a:lnTo>
                    <a:pt x="1057874" y="873749"/>
                  </a:lnTo>
                  <a:lnTo>
                    <a:pt x="1069085" y="913130"/>
                  </a:lnTo>
                  <a:lnTo>
                    <a:pt x="1077679" y="872286"/>
                  </a:lnTo>
                  <a:lnTo>
                    <a:pt x="1083220" y="831625"/>
                  </a:lnTo>
                  <a:lnTo>
                    <a:pt x="1085769" y="791209"/>
                  </a:lnTo>
                  <a:lnTo>
                    <a:pt x="1085388" y="751100"/>
                  </a:lnTo>
                  <a:lnTo>
                    <a:pt x="1082137" y="711361"/>
                  </a:lnTo>
                  <a:lnTo>
                    <a:pt x="1076077" y="672054"/>
                  </a:lnTo>
                  <a:lnTo>
                    <a:pt x="1067269" y="633241"/>
                  </a:lnTo>
                  <a:lnTo>
                    <a:pt x="1055773" y="594985"/>
                  </a:lnTo>
                  <a:lnTo>
                    <a:pt x="1041651" y="557348"/>
                  </a:lnTo>
                  <a:lnTo>
                    <a:pt x="1024963" y="520391"/>
                  </a:lnTo>
                  <a:lnTo>
                    <a:pt x="1005770" y="484178"/>
                  </a:lnTo>
                  <a:lnTo>
                    <a:pt x="984132" y="448771"/>
                  </a:lnTo>
                  <a:lnTo>
                    <a:pt x="960112" y="414231"/>
                  </a:lnTo>
                  <a:lnTo>
                    <a:pt x="933768" y="380622"/>
                  </a:lnTo>
                  <a:lnTo>
                    <a:pt x="905163" y="348005"/>
                  </a:lnTo>
                  <a:lnTo>
                    <a:pt x="874357" y="316443"/>
                  </a:lnTo>
                  <a:lnTo>
                    <a:pt x="841410" y="285998"/>
                  </a:lnTo>
                  <a:lnTo>
                    <a:pt x="806385" y="256733"/>
                  </a:lnTo>
                  <a:lnTo>
                    <a:pt x="769340" y="228709"/>
                  </a:lnTo>
                  <a:lnTo>
                    <a:pt x="730338" y="201989"/>
                  </a:lnTo>
                  <a:lnTo>
                    <a:pt x="689438" y="176635"/>
                  </a:lnTo>
                  <a:lnTo>
                    <a:pt x="646703" y="152709"/>
                  </a:lnTo>
                  <a:lnTo>
                    <a:pt x="602192" y="130274"/>
                  </a:lnTo>
                  <a:lnTo>
                    <a:pt x="555966" y="109393"/>
                  </a:lnTo>
                  <a:lnTo>
                    <a:pt x="508086" y="90126"/>
                  </a:lnTo>
                  <a:lnTo>
                    <a:pt x="458614" y="72538"/>
                  </a:lnTo>
                  <a:lnTo>
                    <a:pt x="407609" y="56689"/>
                  </a:lnTo>
                  <a:lnTo>
                    <a:pt x="355133" y="42642"/>
                  </a:lnTo>
                  <a:lnTo>
                    <a:pt x="301246" y="30460"/>
                  </a:lnTo>
                  <a:lnTo>
                    <a:pt x="246009" y="20204"/>
                  </a:lnTo>
                  <a:lnTo>
                    <a:pt x="189484" y="11937"/>
                  </a:lnTo>
                  <a:lnTo>
                    <a:pt x="142392" y="6697"/>
                  </a:lnTo>
                  <a:lnTo>
                    <a:pt x="95075" y="2968"/>
                  </a:lnTo>
                  <a:lnTo>
                    <a:pt x="47591" y="74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ABAAC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5853176" y="2347976"/>
              <a:ext cx="1085850" cy="1938020"/>
            </a:xfrm>
            <a:custGeom>
              <a:avLst/>
              <a:gdLst/>
              <a:ahLst/>
              <a:cxnLst/>
              <a:rect l="l" t="t" r="r" b="b"/>
              <a:pathLst>
                <a:path w="1085850" h="1938020">
                  <a:moveTo>
                    <a:pt x="1085850" y="777367"/>
                  </a:moveTo>
                  <a:lnTo>
                    <a:pt x="1084374" y="818071"/>
                  </a:lnTo>
                  <a:lnTo>
                    <a:pt x="1079989" y="858315"/>
                  </a:lnTo>
                  <a:lnTo>
                    <a:pt x="1072761" y="898041"/>
                  </a:lnTo>
                  <a:lnTo>
                    <a:pt x="1062755" y="937187"/>
                  </a:lnTo>
                  <a:lnTo>
                    <a:pt x="1050035" y="975694"/>
                  </a:lnTo>
                  <a:lnTo>
                    <a:pt x="1034667" y="1013502"/>
                  </a:lnTo>
                  <a:lnTo>
                    <a:pt x="1016716" y="1050550"/>
                  </a:lnTo>
                  <a:lnTo>
                    <a:pt x="996247" y="1086778"/>
                  </a:lnTo>
                  <a:lnTo>
                    <a:pt x="973325" y="1122126"/>
                  </a:lnTo>
                  <a:lnTo>
                    <a:pt x="948015" y="1156534"/>
                  </a:lnTo>
                  <a:lnTo>
                    <a:pt x="920382" y="1189943"/>
                  </a:lnTo>
                  <a:lnTo>
                    <a:pt x="890492" y="1222291"/>
                  </a:lnTo>
                  <a:lnTo>
                    <a:pt x="858408" y="1253520"/>
                  </a:lnTo>
                  <a:lnTo>
                    <a:pt x="824197" y="1283568"/>
                  </a:lnTo>
                  <a:lnTo>
                    <a:pt x="787924" y="1312375"/>
                  </a:lnTo>
                  <a:lnTo>
                    <a:pt x="749653" y="1339883"/>
                  </a:lnTo>
                  <a:lnTo>
                    <a:pt x="709450" y="1366029"/>
                  </a:lnTo>
                  <a:lnTo>
                    <a:pt x="667379" y="1390755"/>
                  </a:lnTo>
                  <a:lnTo>
                    <a:pt x="623506" y="1414001"/>
                  </a:lnTo>
                  <a:lnTo>
                    <a:pt x="577896" y="1435705"/>
                  </a:lnTo>
                  <a:lnTo>
                    <a:pt x="530614" y="1455809"/>
                  </a:lnTo>
                  <a:lnTo>
                    <a:pt x="481724" y="1474251"/>
                  </a:lnTo>
                  <a:lnTo>
                    <a:pt x="431293" y="1490973"/>
                  </a:lnTo>
                  <a:lnTo>
                    <a:pt x="379385" y="1505913"/>
                  </a:lnTo>
                  <a:lnTo>
                    <a:pt x="326065" y="1519012"/>
                  </a:lnTo>
                  <a:lnTo>
                    <a:pt x="271399" y="1530210"/>
                  </a:lnTo>
                  <a:lnTo>
                    <a:pt x="271399" y="1394460"/>
                  </a:lnTo>
                  <a:lnTo>
                    <a:pt x="0" y="1690624"/>
                  </a:lnTo>
                  <a:lnTo>
                    <a:pt x="271399" y="1937397"/>
                  </a:lnTo>
                  <a:lnTo>
                    <a:pt x="271399" y="1801660"/>
                  </a:lnTo>
                  <a:lnTo>
                    <a:pt x="326065" y="1790463"/>
                  </a:lnTo>
                  <a:lnTo>
                    <a:pt x="379385" y="1777365"/>
                  </a:lnTo>
                  <a:lnTo>
                    <a:pt x="431293" y="1762424"/>
                  </a:lnTo>
                  <a:lnTo>
                    <a:pt x="481724" y="1745703"/>
                  </a:lnTo>
                  <a:lnTo>
                    <a:pt x="530614" y="1727259"/>
                  </a:lnTo>
                  <a:lnTo>
                    <a:pt x="577896" y="1707155"/>
                  </a:lnTo>
                  <a:lnTo>
                    <a:pt x="623506" y="1685449"/>
                  </a:lnTo>
                  <a:lnTo>
                    <a:pt x="667379" y="1662203"/>
                  </a:lnTo>
                  <a:lnTo>
                    <a:pt x="709450" y="1637476"/>
                  </a:lnTo>
                  <a:lnTo>
                    <a:pt x="749653" y="1611328"/>
                  </a:lnTo>
                  <a:lnTo>
                    <a:pt x="787924" y="1583821"/>
                  </a:lnTo>
                  <a:lnTo>
                    <a:pt x="824197" y="1555013"/>
                  </a:lnTo>
                  <a:lnTo>
                    <a:pt x="858408" y="1524965"/>
                  </a:lnTo>
                  <a:lnTo>
                    <a:pt x="890492" y="1493737"/>
                  </a:lnTo>
                  <a:lnTo>
                    <a:pt x="920382" y="1461390"/>
                  </a:lnTo>
                  <a:lnTo>
                    <a:pt x="948015" y="1427983"/>
                  </a:lnTo>
                  <a:lnTo>
                    <a:pt x="973325" y="1393578"/>
                  </a:lnTo>
                  <a:lnTo>
                    <a:pt x="996247" y="1358233"/>
                  </a:lnTo>
                  <a:lnTo>
                    <a:pt x="1016716" y="1322009"/>
                  </a:lnTo>
                  <a:lnTo>
                    <a:pt x="1034667" y="1284967"/>
                  </a:lnTo>
                  <a:lnTo>
                    <a:pt x="1050035" y="1247166"/>
                  </a:lnTo>
                  <a:lnTo>
                    <a:pt x="1062755" y="1208667"/>
                  </a:lnTo>
                  <a:lnTo>
                    <a:pt x="1072761" y="1169530"/>
                  </a:lnTo>
                  <a:lnTo>
                    <a:pt x="1079989" y="1129815"/>
                  </a:lnTo>
                  <a:lnTo>
                    <a:pt x="1084374" y="1089583"/>
                  </a:lnTo>
                  <a:lnTo>
                    <a:pt x="1085850" y="1048893"/>
                  </a:lnTo>
                  <a:lnTo>
                    <a:pt x="1085850" y="777367"/>
                  </a:lnTo>
                  <a:lnTo>
                    <a:pt x="1084437" y="737358"/>
                  </a:lnTo>
                  <a:lnTo>
                    <a:pt x="1080243" y="697876"/>
                  </a:lnTo>
                  <a:lnTo>
                    <a:pt x="1073338" y="658968"/>
                  </a:lnTo>
                  <a:lnTo>
                    <a:pt x="1063789" y="620683"/>
                  </a:lnTo>
                  <a:lnTo>
                    <a:pt x="1051664" y="583071"/>
                  </a:lnTo>
                  <a:lnTo>
                    <a:pt x="1037031" y="546179"/>
                  </a:lnTo>
                  <a:lnTo>
                    <a:pt x="1019960" y="510058"/>
                  </a:lnTo>
                  <a:lnTo>
                    <a:pt x="1000517" y="474755"/>
                  </a:lnTo>
                  <a:lnTo>
                    <a:pt x="978772" y="440320"/>
                  </a:lnTo>
                  <a:lnTo>
                    <a:pt x="954792" y="406801"/>
                  </a:lnTo>
                  <a:lnTo>
                    <a:pt x="928646" y="374247"/>
                  </a:lnTo>
                  <a:lnTo>
                    <a:pt x="900402" y="342707"/>
                  </a:lnTo>
                  <a:lnTo>
                    <a:pt x="870128" y="312230"/>
                  </a:lnTo>
                  <a:lnTo>
                    <a:pt x="837893" y="282864"/>
                  </a:lnTo>
                  <a:lnTo>
                    <a:pt x="803764" y="254659"/>
                  </a:lnTo>
                  <a:lnTo>
                    <a:pt x="767810" y="227663"/>
                  </a:lnTo>
                  <a:lnTo>
                    <a:pt x="730099" y="201925"/>
                  </a:lnTo>
                  <a:lnTo>
                    <a:pt x="690699" y="177493"/>
                  </a:lnTo>
                  <a:lnTo>
                    <a:pt x="649679" y="154417"/>
                  </a:lnTo>
                  <a:lnTo>
                    <a:pt x="607107" y="132746"/>
                  </a:lnTo>
                  <a:lnTo>
                    <a:pt x="563050" y="112528"/>
                  </a:lnTo>
                  <a:lnTo>
                    <a:pt x="517578" y="93812"/>
                  </a:lnTo>
                  <a:lnTo>
                    <a:pt x="470758" y="76646"/>
                  </a:lnTo>
                  <a:lnTo>
                    <a:pt x="422659" y="61081"/>
                  </a:lnTo>
                  <a:lnTo>
                    <a:pt x="373349" y="47163"/>
                  </a:lnTo>
                  <a:lnTo>
                    <a:pt x="322896" y="34943"/>
                  </a:lnTo>
                  <a:lnTo>
                    <a:pt x="271369" y="24469"/>
                  </a:lnTo>
                  <a:lnTo>
                    <a:pt x="218835" y="15790"/>
                  </a:lnTo>
                  <a:lnTo>
                    <a:pt x="165363" y="8955"/>
                  </a:lnTo>
                  <a:lnTo>
                    <a:pt x="111021" y="4012"/>
                  </a:lnTo>
                  <a:lnTo>
                    <a:pt x="55877" y="1011"/>
                  </a:lnTo>
                  <a:lnTo>
                    <a:pt x="0" y="0"/>
                  </a:lnTo>
                  <a:lnTo>
                    <a:pt x="0" y="271399"/>
                  </a:lnTo>
                  <a:lnTo>
                    <a:pt x="56111" y="272426"/>
                  </a:lnTo>
                  <a:lnTo>
                    <a:pt x="111564" y="275477"/>
                  </a:lnTo>
                  <a:lnTo>
                    <a:pt x="166282" y="280506"/>
                  </a:lnTo>
                  <a:lnTo>
                    <a:pt x="220186" y="287465"/>
                  </a:lnTo>
                  <a:lnTo>
                    <a:pt x="273201" y="296309"/>
                  </a:lnTo>
                  <a:lnTo>
                    <a:pt x="325247" y="306992"/>
                  </a:lnTo>
                  <a:lnTo>
                    <a:pt x="376249" y="319466"/>
                  </a:lnTo>
                  <a:lnTo>
                    <a:pt x="426129" y="333686"/>
                  </a:lnTo>
                  <a:lnTo>
                    <a:pt x="474809" y="349604"/>
                  </a:lnTo>
                  <a:lnTo>
                    <a:pt x="522212" y="367175"/>
                  </a:lnTo>
                  <a:lnTo>
                    <a:pt x="568262" y="386352"/>
                  </a:lnTo>
                  <a:lnTo>
                    <a:pt x="612881" y="407089"/>
                  </a:lnTo>
                  <a:lnTo>
                    <a:pt x="655991" y="429339"/>
                  </a:lnTo>
                  <a:lnTo>
                    <a:pt x="697515" y="453056"/>
                  </a:lnTo>
                  <a:lnTo>
                    <a:pt x="737377" y="478194"/>
                  </a:lnTo>
                  <a:lnTo>
                    <a:pt x="775498" y="504705"/>
                  </a:lnTo>
                  <a:lnTo>
                    <a:pt x="811801" y="532545"/>
                  </a:lnTo>
                  <a:lnTo>
                    <a:pt x="846210" y="561665"/>
                  </a:lnTo>
                  <a:lnTo>
                    <a:pt x="878647" y="592020"/>
                  </a:lnTo>
                  <a:lnTo>
                    <a:pt x="909034" y="623564"/>
                  </a:lnTo>
                  <a:lnTo>
                    <a:pt x="937295" y="656250"/>
                  </a:lnTo>
                  <a:lnTo>
                    <a:pt x="963352" y="690032"/>
                  </a:lnTo>
                  <a:lnTo>
                    <a:pt x="987128" y="724862"/>
                  </a:lnTo>
                  <a:lnTo>
                    <a:pt x="1008545" y="760696"/>
                  </a:lnTo>
                  <a:lnTo>
                    <a:pt x="1027527" y="797486"/>
                  </a:lnTo>
                  <a:lnTo>
                    <a:pt x="1043996" y="835186"/>
                  </a:lnTo>
                  <a:lnTo>
                    <a:pt x="1057874" y="873749"/>
                  </a:lnTo>
                  <a:lnTo>
                    <a:pt x="1069085" y="913130"/>
                  </a:lnTo>
                </a:path>
              </a:pathLst>
            </a:custGeom>
            <a:ln w="25400">
              <a:solidFill>
                <a:srgbClr val="03051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2214626" y="3986212"/>
              <a:ext cx="1028700" cy="304800"/>
            </a:xfrm>
            <a:custGeom>
              <a:avLst/>
              <a:gdLst/>
              <a:ahLst/>
              <a:cxnLst/>
              <a:rect l="l" t="t" r="r" b="b"/>
              <a:pathLst>
                <a:path w="1028700" h="304800">
                  <a:moveTo>
                    <a:pt x="977773" y="0"/>
                  </a:moveTo>
                  <a:lnTo>
                    <a:pt x="50800" y="0"/>
                  </a:lnTo>
                  <a:lnTo>
                    <a:pt x="31021" y="3992"/>
                  </a:lnTo>
                  <a:lnTo>
                    <a:pt x="14874" y="14879"/>
                  </a:lnTo>
                  <a:lnTo>
                    <a:pt x="3990" y="31027"/>
                  </a:lnTo>
                  <a:lnTo>
                    <a:pt x="0" y="50800"/>
                  </a:lnTo>
                  <a:lnTo>
                    <a:pt x="0" y="254000"/>
                  </a:lnTo>
                  <a:lnTo>
                    <a:pt x="3990" y="273772"/>
                  </a:lnTo>
                  <a:lnTo>
                    <a:pt x="14874" y="289920"/>
                  </a:lnTo>
                  <a:lnTo>
                    <a:pt x="31021" y="300807"/>
                  </a:lnTo>
                  <a:lnTo>
                    <a:pt x="50800" y="304800"/>
                  </a:lnTo>
                  <a:lnTo>
                    <a:pt x="977773" y="304800"/>
                  </a:lnTo>
                  <a:lnTo>
                    <a:pt x="997571" y="300807"/>
                  </a:lnTo>
                  <a:lnTo>
                    <a:pt x="1013761" y="289920"/>
                  </a:lnTo>
                  <a:lnTo>
                    <a:pt x="1024689" y="273772"/>
                  </a:lnTo>
                  <a:lnTo>
                    <a:pt x="1028700" y="254000"/>
                  </a:lnTo>
                  <a:lnTo>
                    <a:pt x="1028700" y="50800"/>
                  </a:lnTo>
                  <a:lnTo>
                    <a:pt x="1024689" y="31027"/>
                  </a:lnTo>
                  <a:lnTo>
                    <a:pt x="1013761" y="14879"/>
                  </a:lnTo>
                  <a:lnTo>
                    <a:pt x="997571" y="3992"/>
                  </a:lnTo>
                  <a:lnTo>
                    <a:pt x="977773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2214626" y="3986212"/>
              <a:ext cx="1028700" cy="304800"/>
            </a:xfrm>
            <a:custGeom>
              <a:avLst/>
              <a:gdLst/>
              <a:ahLst/>
              <a:cxnLst/>
              <a:rect l="l" t="t" r="r" b="b"/>
              <a:pathLst>
                <a:path w="1028700" h="304800">
                  <a:moveTo>
                    <a:pt x="0" y="50800"/>
                  </a:moveTo>
                  <a:lnTo>
                    <a:pt x="3990" y="31027"/>
                  </a:lnTo>
                  <a:lnTo>
                    <a:pt x="14874" y="14879"/>
                  </a:lnTo>
                  <a:lnTo>
                    <a:pt x="31021" y="3992"/>
                  </a:lnTo>
                  <a:lnTo>
                    <a:pt x="50800" y="0"/>
                  </a:lnTo>
                  <a:lnTo>
                    <a:pt x="977773" y="0"/>
                  </a:lnTo>
                  <a:lnTo>
                    <a:pt x="997571" y="3992"/>
                  </a:lnTo>
                  <a:lnTo>
                    <a:pt x="1013761" y="14879"/>
                  </a:lnTo>
                  <a:lnTo>
                    <a:pt x="1024689" y="31027"/>
                  </a:lnTo>
                  <a:lnTo>
                    <a:pt x="1028700" y="50800"/>
                  </a:lnTo>
                  <a:lnTo>
                    <a:pt x="1028700" y="254000"/>
                  </a:lnTo>
                  <a:lnTo>
                    <a:pt x="1024689" y="273772"/>
                  </a:lnTo>
                  <a:lnTo>
                    <a:pt x="1013761" y="289920"/>
                  </a:lnTo>
                  <a:lnTo>
                    <a:pt x="997571" y="300807"/>
                  </a:lnTo>
                  <a:lnTo>
                    <a:pt x="977773" y="304800"/>
                  </a:lnTo>
                  <a:lnTo>
                    <a:pt x="50800" y="304800"/>
                  </a:lnTo>
                  <a:lnTo>
                    <a:pt x="31021" y="300807"/>
                  </a:lnTo>
                  <a:lnTo>
                    <a:pt x="14874" y="289920"/>
                  </a:lnTo>
                  <a:lnTo>
                    <a:pt x="3990" y="273772"/>
                  </a:lnTo>
                  <a:lnTo>
                    <a:pt x="0" y="254000"/>
                  </a:lnTo>
                  <a:lnTo>
                    <a:pt x="0" y="50800"/>
                  </a:lnTo>
                  <a:close/>
                </a:path>
              </a:pathLst>
            </a:custGeom>
            <a:ln w="25400">
              <a:solidFill>
                <a:srgbClr val="03051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4" name="object 14"/>
          <p:cNvSpPr txBox="1"/>
          <p:nvPr/>
        </p:nvSpPr>
        <p:spPr>
          <a:xfrm>
            <a:off x="2536189" y="4010342"/>
            <a:ext cx="387350" cy="243204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400" b="1" spc="-25" dirty="0">
                <a:solidFill>
                  <a:srgbClr val="181D2F"/>
                </a:solidFill>
                <a:latin typeface="Malgun Gothic"/>
                <a:cs typeface="Malgun Gothic"/>
              </a:rPr>
              <a:t>인지</a:t>
            </a:r>
            <a:endParaRPr sz="1400">
              <a:latin typeface="Malgun Gothic"/>
              <a:cs typeface="Malgun Gothic"/>
            </a:endParaRPr>
          </a:p>
        </p:txBody>
      </p:sp>
      <p:grpSp>
        <p:nvGrpSpPr>
          <p:cNvPr id="15" name="object 15"/>
          <p:cNvGrpSpPr/>
          <p:nvPr/>
        </p:nvGrpSpPr>
        <p:grpSpPr>
          <a:xfrm>
            <a:off x="5592826" y="2287651"/>
            <a:ext cx="1054100" cy="320675"/>
            <a:chOff x="5592826" y="2287651"/>
            <a:chExt cx="1054100" cy="320675"/>
          </a:xfrm>
        </p:grpSpPr>
        <p:sp>
          <p:nvSpPr>
            <p:cNvPr id="16" name="object 16"/>
            <p:cNvSpPr/>
            <p:nvPr/>
          </p:nvSpPr>
          <p:spPr>
            <a:xfrm>
              <a:off x="5605526" y="2300351"/>
              <a:ext cx="1028700" cy="295275"/>
            </a:xfrm>
            <a:custGeom>
              <a:avLst/>
              <a:gdLst/>
              <a:ahLst/>
              <a:cxnLst/>
              <a:rect l="l" t="t" r="r" b="b"/>
              <a:pathLst>
                <a:path w="1028700" h="295275">
                  <a:moveTo>
                    <a:pt x="979424" y="0"/>
                  </a:moveTo>
                  <a:lnTo>
                    <a:pt x="49149" y="0"/>
                  </a:lnTo>
                  <a:lnTo>
                    <a:pt x="30003" y="3857"/>
                  </a:lnTo>
                  <a:lnTo>
                    <a:pt x="14382" y="14382"/>
                  </a:lnTo>
                  <a:lnTo>
                    <a:pt x="3857" y="30003"/>
                  </a:lnTo>
                  <a:lnTo>
                    <a:pt x="0" y="49149"/>
                  </a:lnTo>
                  <a:lnTo>
                    <a:pt x="0" y="245999"/>
                  </a:lnTo>
                  <a:lnTo>
                    <a:pt x="3857" y="265164"/>
                  </a:lnTo>
                  <a:lnTo>
                    <a:pt x="14382" y="280828"/>
                  </a:lnTo>
                  <a:lnTo>
                    <a:pt x="30003" y="291397"/>
                  </a:lnTo>
                  <a:lnTo>
                    <a:pt x="49149" y="295275"/>
                  </a:lnTo>
                  <a:lnTo>
                    <a:pt x="979424" y="295275"/>
                  </a:lnTo>
                  <a:lnTo>
                    <a:pt x="998589" y="291397"/>
                  </a:lnTo>
                  <a:lnTo>
                    <a:pt x="1014253" y="280828"/>
                  </a:lnTo>
                  <a:lnTo>
                    <a:pt x="1024822" y="265164"/>
                  </a:lnTo>
                  <a:lnTo>
                    <a:pt x="1028700" y="245999"/>
                  </a:lnTo>
                  <a:lnTo>
                    <a:pt x="1028700" y="49149"/>
                  </a:lnTo>
                  <a:lnTo>
                    <a:pt x="1024822" y="30003"/>
                  </a:lnTo>
                  <a:lnTo>
                    <a:pt x="1014253" y="14382"/>
                  </a:lnTo>
                  <a:lnTo>
                    <a:pt x="998589" y="3857"/>
                  </a:lnTo>
                  <a:lnTo>
                    <a:pt x="979424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5605526" y="2300351"/>
              <a:ext cx="1028700" cy="295275"/>
            </a:xfrm>
            <a:custGeom>
              <a:avLst/>
              <a:gdLst/>
              <a:ahLst/>
              <a:cxnLst/>
              <a:rect l="l" t="t" r="r" b="b"/>
              <a:pathLst>
                <a:path w="1028700" h="295275">
                  <a:moveTo>
                    <a:pt x="0" y="49149"/>
                  </a:moveTo>
                  <a:lnTo>
                    <a:pt x="3857" y="30003"/>
                  </a:lnTo>
                  <a:lnTo>
                    <a:pt x="14382" y="14382"/>
                  </a:lnTo>
                  <a:lnTo>
                    <a:pt x="30003" y="3857"/>
                  </a:lnTo>
                  <a:lnTo>
                    <a:pt x="49149" y="0"/>
                  </a:lnTo>
                  <a:lnTo>
                    <a:pt x="979424" y="0"/>
                  </a:lnTo>
                  <a:lnTo>
                    <a:pt x="998589" y="3857"/>
                  </a:lnTo>
                  <a:lnTo>
                    <a:pt x="1014253" y="14382"/>
                  </a:lnTo>
                  <a:lnTo>
                    <a:pt x="1024822" y="30003"/>
                  </a:lnTo>
                  <a:lnTo>
                    <a:pt x="1028700" y="49149"/>
                  </a:lnTo>
                  <a:lnTo>
                    <a:pt x="1028700" y="245999"/>
                  </a:lnTo>
                  <a:lnTo>
                    <a:pt x="1024822" y="265164"/>
                  </a:lnTo>
                  <a:lnTo>
                    <a:pt x="1014253" y="280828"/>
                  </a:lnTo>
                  <a:lnTo>
                    <a:pt x="998589" y="291397"/>
                  </a:lnTo>
                  <a:lnTo>
                    <a:pt x="979424" y="295275"/>
                  </a:lnTo>
                  <a:lnTo>
                    <a:pt x="49149" y="295275"/>
                  </a:lnTo>
                  <a:lnTo>
                    <a:pt x="30003" y="291397"/>
                  </a:lnTo>
                  <a:lnTo>
                    <a:pt x="14382" y="280828"/>
                  </a:lnTo>
                  <a:lnTo>
                    <a:pt x="3857" y="265164"/>
                  </a:lnTo>
                  <a:lnTo>
                    <a:pt x="0" y="245999"/>
                  </a:lnTo>
                  <a:lnTo>
                    <a:pt x="0" y="49149"/>
                  </a:lnTo>
                  <a:close/>
                </a:path>
              </a:pathLst>
            </a:custGeom>
            <a:ln w="25400">
              <a:solidFill>
                <a:srgbClr val="03051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8" name="object 18"/>
          <p:cNvSpPr txBox="1"/>
          <p:nvPr/>
        </p:nvSpPr>
        <p:spPr>
          <a:xfrm>
            <a:off x="5752084" y="2319337"/>
            <a:ext cx="741045" cy="243204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400" b="1" spc="-20" dirty="0">
                <a:solidFill>
                  <a:srgbClr val="181D2F"/>
                </a:solidFill>
                <a:latin typeface="Malgun Gothic"/>
                <a:cs typeface="Malgun Gothic"/>
              </a:rPr>
              <a:t>메타인지</a:t>
            </a:r>
            <a:endParaRPr sz="1400">
              <a:latin typeface="Malgun Gothic"/>
              <a:cs typeface="Malgun Gothic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1066482" y="3113722"/>
            <a:ext cx="741045" cy="243204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400" b="1" spc="-20" dirty="0">
                <a:solidFill>
                  <a:srgbClr val="FFFFFF"/>
                </a:solidFill>
                <a:latin typeface="Malgun Gothic"/>
                <a:cs typeface="Malgun Gothic"/>
              </a:rPr>
              <a:t>모니터링</a:t>
            </a:r>
            <a:endParaRPr sz="1400">
              <a:latin typeface="Malgun Gothic"/>
              <a:cs typeface="Malgun Gothic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7212076" y="3138487"/>
            <a:ext cx="560070" cy="243204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400" b="1" spc="-25" dirty="0">
                <a:solidFill>
                  <a:srgbClr val="FFFFFF"/>
                </a:solidFill>
                <a:latin typeface="Malgun Gothic"/>
                <a:cs typeface="Malgun Gothic"/>
              </a:rPr>
              <a:t>컨트롤</a:t>
            </a:r>
            <a:endParaRPr sz="1400">
              <a:latin typeface="Malgun Gothic"/>
              <a:cs typeface="Malgun Gothic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3487801" y="0"/>
            <a:ext cx="5656580" cy="2037080"/>
            <a:chOff x="3487801" y="0"/>
            <a:chExt cx="5656580" cy="2037080"/>
          </a:xfrm>
        </p:grpSpPr>
        <p:sp>
          <p:nvSpPr>
            <p:cNvPr id="3" name="object 3"/>
            <p:cNvSpPr/>
            <p:nvPr/>
          </p:nvSpPr>
          <p:spPr>
            <a:xfrm>
              <a:off x="3500501" y="757301"/>
              <a:ext cx="4105275" cy="1266825"/>
            </a:xfrm>
            <a:custGeom>
              <a:avLst/>
              <a:gdLst/>
              <a:ahLst/>
              <a:cxnLst/>
              <a:rect l="l" t="t" r="r" b="b"/>
              <a:pathLst>
                <a:path w="4105275" h="1266825">
                  <a:moveTo>
                    <a:pt x="3471799" y="0"/>
                  </a:moveTo>
                  <a:lnTo>
                    <a:pt x="3471799" y="158241"/>
                  </a:lnTo>
                  <a:lnTo>
                    <a:pt x="0" y="158241"/>
                  </a:lnTo>
                  <a:lnTo>
                    <a:pt x="0" y="1108456"/>
                  </a:lnTo>
                  <a:lnTo>
                    <a:pt x="3471799" y="1108456"/>
                  </a:lnTo>
                  <a:lnTo>
                    <a:pt x="3471799" y="1266825"/>
                  </a:lnTo>
                  <a:lnTo>
                    <a:pt x="4105275" y="633349"/>
                  </a:lnTo>
                  <a:lnTo>
                    <a:pt x="3471799" y="0"/>
                  </a:lnTo>
                  <a:close/>
                </a:path>
              </a:pathLst>
            </a:custGeom>
            <a:solidFill>
              <a:srgbClr val="E4EAFD">
                <a:alpha val="90194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3500501" y="757301"/>
              <a:ext cx="4105275" cy="1266825"/>
            </a:xfrm>
            <a:custGeom>
              <a:avLst/>
              <a:gdLst/>
              <a:ahLst/>
              <a:cxnLst/>
              <a:rect l="l" t="t" r="r" b="b"/>
              <a:pathLst>
                <a:path w="4105275" h="1266825">
                  <a:moveTo>
                    <a:pt x="0" y="158241"/>
                  </a:moveTo>
                  <a:lnTo>
                    <a:pt x="3471799" y="158241"/>
                  </a:lnTo>
                  <a:lnTo>
                    <a:pt x="3471799" y="0"/>
                  </a:lnTo>
                  <a:lnTo>
                    <a:pt x="4105275" y="633349"/>
                  </a:lnTo>
                  <a:lnTo>
                    <a:pt x="3471799" y="1266825"/>
                  </a:lnTo>
                  <a:lnTo>
                    <a:pt x="3471799" y="1108456"/>
                  </a:lnTo>
                  <a:lnTo>
                    <a:pt x="0" y="1108456"/>
                  </a:lnTo>
                  <a:lnTo>
                    <a:pt x="0" y="158241"/>
                  </a:lnTo>
                  <a:close/>
                </a:path>
              </a:pathLst>
            </a:custGeom>
            <a:ln w="25400">
              <a:solidFill>
                <a:srgbClr val="E4EAF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/>
              <a:t>메타인지의</a:t>
            </a:r>
            <a:r>
              <a:rPr spc="-55" dirty="0"/>
              <a:t> </a:t>
            </a:r>
            <a:r>
              <a:rPr spc="-25" dirty="0"/>
              <a:t>중요성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3581400" y="1066862"/>
            <a:ext cx="3578225" cy="541655"/>
          </a:xfrm>
          <a:prstGeom prst="rect">
            <a:avLst/>
          </a:prstGeom>
        </p:spPr>
        <p:txBody>
          <a:bodyPr vert="horz" wrap="square" lIns="0" tIns="102235" rIns="0" bIns="0" rtlCol="0">
            <a:spAutoFit/>
          </a:bodyPr>
          <a:lstStyle/>
          <a:p>
            <a:pPr marL="107950" indent="-95250">
              <a:lnSpc>
                <a:spcPct val="100000"/>
              </a:lnSpc>
              <a:spcBef>
                <a:spcPts val="805"/>
              </a:spcBef>
              <a:buFont typeface="Microsoft Sans Serif"/>
              <a:buChar char="•"/>
              <a:tabLst>
                <a:tab pos="107950" algn="l"/>
              </a:tabLst>
            </a:pPr>
            <a:r>
              <a:rPr sz="1100" b="1" spc="-10" dirty="0">
                <a:solidFill>
                  <a:srgbClr val="171E43"/>
                </a:solidFill>
                <a:latin typeface="Malgun Gothic"/>
                <a:cs typeface="Malgun Gothic"/>
              </a:rPr>
              <a:t>강점과</a:t>
            </a:r>
            <a:r>
              <a:rPr sz="1100" b="1" spc="-80" dirty="0">
                <a:solidFill>
                  <a:srgbClr val="171E43"/>
                </a:solidFill>
                <a:latin typeface="Malgun Gothic"/>
                <a:cs typeface="Malgun Gothic"/>
              </a:rPr>
              <a:t> </a:t>
            </a:r>
            <a:r>
              <a:rPr sz="1100" b="1" spc="-10" dirty="0">
                <a:solidFill>
                  <a:srgbClr val="171E43"/>
                </a:solidFill>
                <a:latin typeface="Malgun Gothic"/>
                <a:cs typeface="Malgun Gothic"/>
              </a:rPr>
              <a:t>약점을</a:t>
            </a:r>
            <a:r>
              <a:rPr sz="1100" b="1" spc="-75" dirty="0">
                <a:solidFill>
                  <a:srgbClr val="171E43"/>
                </a:solidFill>
                <a:latin typeface="Malgun Gothic"/>
                <a:cs typeface="Malgun Gothic"/>
              </a:rPr>
              <a:t> </a:t>
            </a:r>
            <a:r>
              <a:rPr sz="1100" b="1" spc="-10" dirty="0">
                <a:solidFill>
                  <a:srgbClr val="171E43"/>
                </a:solidFill>
                <a:latin typeface="Malgun Gothic"/>
                <a:cs typeface="Malgun Gothic"/>
              </a:rPr>
              <a:t>명확히</a:t>
            </a:r>
            <a:r>
              <a:rPr sz="1100" b="1" spc="-75" dirty="0">
                <a:solidFill>
                  <a:srgbClr val="171E43"/>
                </a:solidFill>
                <a:latin typeface="Malgun Gothic"/>
                <a:cs typeface="Malgun Gothic"/>
              </a:rPr>
              <a:t> </a:t>
            </a:r>
            <a:r>
              <a:rPr sz="1100" b="1" dirty="0">
                <a:solidFill>
                  <a:srgbClr val="171E43"/>
                </a:solidFill>
                <a:latin typeface="Malgun Gothic"/>
                <a:cs typeface="Malgun Gothic"/>
              </a:rPr>
              <a:t>이해하여</a:t>
            </a:r>
            <a:r>
              <a:rPr sz="1100" b="1" spc="-100" dirty="0">
                <a:solidFill>
                  <a:srgbClr val="171E43"/>
                </a:solidFill>
                <a:latin typeface="Malgun Gothic"/>
                <a:cs typeface="Malgun Gothic"/>
              </a:rPr>
              <a:t> </a:t>
            </a:r>
            <a:r>
              <a:rPr sz="1100" b="1" u="sng" dirty="0">
                <a:solidFill>
                  <a:srgbClr val="171E43"/>
                </a:solidFill>
                <a:uFill>
                  <a:solidFill>
                    <a:srgbClr val="171E43"/>
                  </a:solidFill>
                </a:uFill>
                <a:latin typeface="Malgun Gothic"/>
                <a:cs typeface="Malgun Gothic"/>
              </a:rPr>
              <a:t>효율적인</a:t>
            </a:r>
            <a:r>
              <a:rPr sz="1100" b="1" u="sng" spc="-105" dirty="0">
                <a:solidFill>
                  <a:srgbClr val="171E43"/>
                </a:solidFill>
                <a:uFill>
                  <a:solidFill>
                    <a:srgbClr val="171E43"/>
                  </a:solidFill>
                </a:uFill>
                <a:latin typeface="Malgun Gothic"/>
                <a:cs typeface="Malgun Gothic"/>
              </a:rPr>
              <a:t> </a:t>
            </a:r>
            <a:r>
              <a:rPr sz="1100" b="1" u="sng" dirty="0">
                <a:solidFill>
                  <a:srgbClr val="171E43"/>
                </a:solidFill>
                <a:uFill>
                  <a:solidFill>
                    <a:srgbClr val="171E43"/>
                  </a:solidFill>
                </a:uFill>
                <a:latin typeface="Malgun Gothic"/>
                <a:cs typeface="Malgun Gothic"/>
              </a:rPr>
              <a:t>학습계획</a:t>
            </a:r>
            <a:r>
              <a:rPr sz="1100" b="1" spc="-100" dirty="0">
                <a:solidFill>
                  <a:srgbClr val="171E43"/>
                </a:solidFill>
                <a:latin typeface="Malgun Gothic"/>
                <a:cs typeface="Malgun Gothic"/>
              </a:rPr>
              <a:t> </a:t>
            </a:r>
            <a:r>
              <a:rPr sz="1100" b="1" spc="-25" dirty="0">
                <a:solidFill>
                  <a:srgbClr val="171E43"/>
                </a:solidFill>
                <a:latin typeface="Malgun Gothic"/>
                <a:cs typeface="Malgun Gothic"/>
              </a:rPr>
              <a:t>수립</a:t>
            </a:r>
            <a:endParaRPr sz="1100" dirty="0">
              <a:latin typeface="Malgun Gothic"/>
              <a:cs typeface="Malgun Gothic"/>
            </a:endParaRPr>
          </a:p>
          <a:p>
            <a:pPr marL="107950" indent="-95250">
              <a:lnSpc>
                <a:spcPct val="100000"/>
              </a:lnSpc>
              <a:spcBef>
                <a:spcPts val="710"/>
              </a:spcBef>
              <a:buFont typeface="Microsoft Sans Serif"/>
              <a:buChar char="•"/>
              <a:tabLst>
                <a:tab pos="107950" algn="l"/>
              </a:tabLst>
            </a:pPr>
            <a:r>
              <a:rPr sz="1100" b="1" dirty="0">
                <a:solidFill>
                  <a:srgbClr val="171E43"/>
                </a:solidFill>
                <a:latin typeface="Malgun Gothic"/>
                <a:cs typeface="Malgun Gothic"/>
              </a:rPr>
              <a:t>복습</a:t>
            </a:r>
            <a:r>
              <a:rPr sz="1100" b="1" spc="-120" dirty="0">
                <a:solidFill>
                  <a:srgbClr val="171E43"/>
                </a:solidFill>
                <a:latin typeface="Malgun Gothic"/>
                <a:cs typeface="Malgun Gothic"/>
              </a:rPr>
              <a:t> </a:t>
            </a:r>
            <a:r>
              <a:rPr sz="1100" b="1" dirty="0">
                <a:solidFill>
                  <a:srgbClr val="171E43"/>
                </a:solidFill>
                <a:latin typeface="Malgun Gothic"/>
                <a:cs typeface="Malgun Gothic"/>
              </a:rPr>
              <a:t>및</a:t>
            </a:r>
            <a:r>
              <a:rPr sz="1100" b="1" spc="-95" dirty="0">
                <a:solidFill>
                  <a:srgbClr val="171E43"/>
                </a:solidFill>
                <a:latin typeface="Malgun Gothic"/>
                <a:cs typeface="Malgun Gothic"/>
              </a:rPr>
              <a:t> </a:t>
            </a:r>
            <a:r>
              <a:rPr sz="1100" b="1" dirty="0">
                <a:solidFill>
                  <a:srgbClr val="171E43"/>
                </a:solidFill>
                <a:latin typeface="Malgun Gothic"/>
                <a:cs typeface="Malgun Gothic"/>
              </a:rPr>
              <a:t>추가</a:t>
            </a:r>
            <a:r>
              <a:rPr sz="1100" b="1" spc="-114" dirty="0">
                <a:solidFill>
                  <a:srgbClr val="171E43"/>
                </a:solidFill>
                <a:latin typeface="Malgun Gothic"/>
                <a:cs typeface="Malgun Gothic"/>
              </a:rPr>
              <a:t> </a:t>
            </a:r>
            <a:r>
              <a:rPr sz="1100" b="1" dirty="0">
                <a:solidFill>
                  <a:srgbClr val="171E43"/>
                </a:solidFill>
                <a:latin typeface="Malgun Gothic"/>
                <a:cs typeface="Malgun Gothic"/>
              </a:rPr>
              <a:t>학습이</a:t>
            </a:r>
            <a:r>
              <a:rPr sz="1100" b="1" spc="-65" dirty="0">
                <a:solidFill>
                  <a:srgbClr val="171E43"/>
                </a:solidFill>
                <a:latin typeface="Malgun Gothic"/>
                <a:cs typeface="Malgun Gothic"/>
              </a:rPr>
              <a:t> </a:t>
            </a:r>
            <a:r>
              <a:rPr sz="1100" b="1" dirty="0">
                <a:solidFill>
                  <a:srgbClr val="171E43"/>
                </a:solidFill>
                <a:latin typeface="Malgun Gothic"/>
                <a:cs typeface="Malgun Gothic"/>
              </a:rPr>
              <a:t>필요한</a:t>
            </a:r>
            <a:r>
              <a:rPr sz="1100" b="1" spc="-70" dirty="0">
                <a:solidFill>
                  <a:srgbClr val="171E43"/>
                </a:solidFill>
                <a:latin typeface="Malgun Gothic"/>
                <a:cs typeface="Malgun Gothic"/>
              </a:rPr>
              <a:t> </a:t>
            </a:r>
            <a:r>
              <a:rPr sz="1100" b="1" dirty="0">
                <a:solidFill>
                  <a:srgbClr val="171E43"/>
                </a:solidFill>
                <a:latin typeface="Malgun Gothic"/>
                <a:cs typeface="Malgun Gothic"/>
              </a:rPr>
              <a:t>부분을</a:t>
            </a:r>
            <a:r>
              <a:rPr sz="1100" b="1" spc="-70" dirty="0">
                <a:solidFill>
                  <a:srgbClr val="171E43"/>
                </a:solidFill>
                <a:latin typeface="Malgun Gothic"/>
                <a:cs typeface="Malgun Gothic"/>
              </a:rPr>
              <a:t> </a:t>
            </a:r>
            <a:r>
              <a:rPr sz="1100" b="1" spc="-25" dirty="0">
                <a:solidFill>
                  <a:srgbClr val="171E43"/>
                </a:solidFill>
                <a:latin typeface="Malgun Gothic"/>
                <a:cs typeface="Malgun Gothic"/>
              </a:rPr>
              <a:t>파악</a:t>
            </a:r>
            <a:endParaRPr sz="1100" dirty="0">
              <a:latin typeface="Malgun Gothic"/>
              <a:cs typeface="Malgun Gothic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1630426" y="877950"/>
            <a:ext cx="1892300" cy="1016000"/>
            <a:chOff x="1630426" y="877950"/>
            <a:chExt cx="1892300" cy="1016000"/>
          </a:xfrm>
        </p:grpSpPr>
        <p:sp>
          <p:nvSpPr>
            <p:cNvPr id="8" name="object 8"/>
            <p:cNvSpPr/>
            <p:nvPr/>
          </p:nvSpPr>
          <p:spPr>
            <a:xfrm>
              <a:off x="1643126" y="890650"/>
              <a:ext cx="1866900" cy="990600"/>
            </a:xfrm>
            <a:custGeom>
              <a:avLst/>
              <a:gdLst/>
              <a:ahLst/>
              <a:cxnLst/>
              <a:rect l="l" t="t" r="r" b="b"/>
              <a:pathLst>
                <a:path w="1866900" h="990600">
                  <a:moveTo>
                    <a:pt x="1701673" y="0"/>
                  </a:moveTo>
                  <a:lnTo>
                    <a:pt x="165100" y="0"/>
                  </a:lnTo>
                  <a:lnTo>
                    <a:pt x="121208" y="5897"/>
                  </a:lnTo>
                  <a:lnTo>
                    <a:pt x="81769" y="22540"/>
                  </a:lnTo>
                  <a:lnTo>
                    <a:pt x="48355" y="48355"/>
                  </a:lnTo>
                  <a:lnTo>
                    <a:pt x="22540" y="81769"/>
                  </a:lnTo>
                  <a:lnTo>
                    <a:pt x="5897" y="121208"/>
                  </a:lnTo>
                  <a:lnTo>
                    <a:pt x="0" y="165100"/>
                  </a:lnTo>
                  <a:lnTo>
                    <a:pt x="0" y="825373"/>
                  </a:lnTo>
                  <a:lnTo>
                    <a:pt x="5897" y="869273"/>
                  </a:lnTo>
                  <a:lnTo>
                    <a:pt x="22540" y="908736"/>
                  </a:lnTo>
                  <a:lnTo>
                    <a:pt x="48355" y="942181"/>
                  </a:lnTo>
                  <a:lnTo>
                    <a:pt x="81769" y="968026"/>
                  </a:lnTo>
                  <a:lnTo>
                    <a:pt x="121208" y="984693"/>
                  </a:lnTo>
                  <a:lnTo>
                    <a:pt x="165100" y="990600"/>
                  </a:lnTo>
                  <a:lnTo>
                    <a:pt x="1701673" y="990600"/>
                  </a:lnTo>
                  <a:lnTo>
                    <a:pt x="1745573" y="984693"/>
                  </a:lnTo>
                  <a:lnTo>
                    <a:pt x="1785036" y="968026"/>
                  </a:lnTo>
                  <a:lnTo>
                    <a:pt x="1818481" y="942181"/>
                  </a:lnTo>
                  <a:lnTo>
                    <a:pt x="1844326" y="908736"/>
                  </a:lnTo>
                  <a:lnTo>
                    <a:pt x="1860993" y="869273"/>
                  </a:lnTo>
                  <a:lnTo>
                    <a:pt x="1866900" y="825373"/>
                  </a:lnTo>
                  <a:lnTo>
                    <a:pt x="1866900" y="165100"/>
                  </a:lnTo>
                  <a:lnTo>
                    <a:pt x="1860993" y="121208"/>
                  </a:lnTo>
                  <a:lnTo>
                    <a:pt x="1844326" y="81769"/>
                  </a:lnTo>
                  <a:lnTo>
                    <a:pt x="1818481" y="48355"/>
                  </a:lnTo>
                  <a:lnTo>
                    <a:pt x="1785036" y="22540"/>
                  </a:lnTo>
                  <a:lnTo>
                    <a:pt x="1745573" y="5897"/>
                  </a:lnTo>
                  <a:lnTo>
                    <a:pt x="1701673" y="0"/>
                  </a:lnTo>
                  <a:close/>
                </a:path>
              </a:pathLst>
            </a:custGeom>
            <a:solidFill>
              <a:srgbClr val="B5C4F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1643126" y="890650"/>
              <a:ext cx="1866900" cy="990600"/>
            </a:xfrm>
            <a:custGeom>
              <a:avLst/>
              <a:gdLst/>
              <a:ahLst/>
              <a:cxnLst/>
              <a:rect l="l" t="t" r="r" b="b"/>
              <a:pathLst>
                <a:path w="1866900" h="990600">
                  <a:moveTo>
                    <a:pt x="0" y="165100"/>
                  </a:moveTo>
                  <a:lnTo>
                    <a:pt x="5897" y="121208"/>
                  </a:lnTo>
                  <a:lnTo>
                    <a:pt x="22540" y="81769"/>
                  </a:lnTo>
                  <a:lnTo>
                    <a:pt x="48355" y="48355"/>
                  </a:lnTo>
                  <a:lnTo>
                    <a:pt x="81769" y="22540"/>
                  </a:lnTo>
                  <a:lnTo>
                    <a:pt x="121208" y="5897"/>
                  </a:lnTo>
                  <a:lnTo>
                    <a:pt x="165100" y="0"/>
                  </a:lnTo>
                  <a:lnTo>
                    <a:pt x="1701673" y="0"/>
                  </a:lnTo>
                  <a:lnTo>
                    <a:pt x="1745573" y="5897"/>
                  </a:lnTo>
                  <a:lnTo>
                    <a:pt x="1785036" y="22540"/>
                  </a:lnTo>
                  <a:lnTo>
                    <a:pt x="1818481" y="48355"/>
                  </a:lnTo>
                  <a:lnTo>
                    <a:pt x="1844326" y="81769"/>
                  </a:lnTo>
                  <a:lnTo>
                    <a:pt x="1860993" y="121208"/>
                  </a:lnTo>
                  <a:lnTo>
                    <a:pt x="1866900" y="165100"/>
                  </a:lnTo>
                  <a:lnTo>
                    <a:pt x="1866900" y="825373"/>
                  </a:lnTo>
                  <a:lnTo>
                    <a:pt x="1860993" y="869273"/>
                  </a:lnTo>
                  <a:lnTo>
                    <a:pt x="1844326" y="908736"/>
                  </a:lnTo>
                  <a:lnTo>
                    <a:pt x="1818481" y="942181"/>
                  </a:lnTo>
                  <a:lnTo>
                    <a:pt x="1785036" y="968026"/>
                  </a:lnTo>
                  <a:lnTo>
                    <a:pt x="1745573" y="984693"/>
                  </a:lnTo>
                  <a:lnTo>
                    <a:pt x="1701673" y="990600"/>
                  </a:lnTo>
                  <a:lnTo>
                    <a:pt x="165100" y="990600"/>
                  </a:lnTo>
                  <a:lnTo>
                    <a:pt x="121208" y="984693"/>
                  </a:lnTo>
                  <a:lnTo>
                    <a:pt x="81769" y="968026"/>
                  </a:lnTo>
                  <a:lnTo>
                    <a:pt x="48355" y="942181"/>
                  </a:lnTo>
                  <a:lnTo>
                    <a:pt x="22540" y="908736"/>
                  </a:lnTo>
                  <a:lnTo>
                    <a:pt x="5897" y="869273"/>
                  </a:lnTo>
                  <a:lnTo>
                    <a:pt x="0" y="825373"/>
                  </a:lnTo>
                  <a:lnTo>
                    <a:pt x="0" y="165100"/>
                  </a:lnTo>
                  <a:close/>
                </a:path>
              </a:pathLst>
            </a:custGeom>
            <a:ln w="25400">
              <a:solidFill>
                <a:srgbClr val="4A6DF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object 10"/>
          <p:cNvSpPr txBox="1"/>
          <p:nvPr/>
        </p:nvSpPr>
        <p:spPr>
          <a:xfrm>
            <a:off x="2055876" y="1028636"/>
            <a:ext cx="1036955" cy="70485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25"/>
              </a:spcBef>
            </a:pPr>
            <a:r>
              <a:rPr sz="1550" b="1" spc="-10" dirty="0">
                <a:solidFill>
                  <a:srgbClr val="171E43"/>
                </a:solidFill>
                <a:latin typeface="Malgun Gothic"/>
                <a:cs typeface="Malgun Gothic"/>
              </a:rPr>
              <a:t>학습에서의</a:t>
            </a:r>
            <a:endParaRPr sz="1550" dirty="0">
              <a:latin typeface="Malgun Gothic"/>
              <a:cs typeface="Malgun Gothic"/>
            </a:endParaRPr>
          </a:p>
          <a:p>
            <a:pPr marL="6350" algn="ctr">
              <a:lnSpc>
                <a:spcPct val="100000"/>
              </a:lnSpc>
              <a:spcBef>
                <a:spcPts val="1595"/>
              </a:spcBef>
            </a:pPr>
            <a:r>
              <a:rPr sz="1550" b="1" spc="-25" dirty="0">
                <a:solidFill>
                  <a:srgbClr val="171E43"/>
                </a:solidFill>
                <a:latin typeface="Malgun Gothic"/>
                <a:cs typeface="Malgun Gothic"/>
              </a:rPr>
              <a:t>중요성</a:t>
            </a:r>
            <a:endParaRPr sz="1550" dirty="0">
              <a:latin typeface="Malgun Gothic"/>
              <a:cs typeface="Malgun Gothic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3516376" y="2135251"/>
            <a:ext cx="4130675" cy="1301750"/>
            <a:chOff x="3516376" y="2135251"/>
            <a:chExt cx="4130675" cy="1301750"/>
          </a:xfrm>
        </p:grpSpPr>
        <p:sp>
          <p:nvSpPr>
            <p:cNvPr id="12" name="object 12"/>
            <p:cNvSpPr/>
            <p:nvPr/>
          </p:nvSpPr>
          <p:spPr>
            <a:xfrm>
              <a:off x="3529076" y="2147951"/>
              <a:ext cx="4105275" cy="1276350"/>
            </a:xfrm>
            <a:custGeom>
              <a:avLst/>
              <a:gdLst/>
              <a:ahLst/>
              <a:cxnLst/>
              <a:rect l="l" t="t" r="r" b="b"/>
              <a:pathLst>
                <a:path w="4105275" h="1276350">
                  <a:moveTo>
                    <a:pt x="3467100" y="0"/>
                  </a:moveTo>
                  <a:lnTo>
                    <a:pt x="3467100" y="159512"/>
                  </a:lnTo>
                  <a:lnTo>
                    <a:pt x="0" y="159512"/>
                  </a:lnTo>
                  <a:lnTo>
                    <a:pt x="0" y="1116711"/>
                  </a:lnTo>
                  <a:lnTo>
                    <a:pt x="3467100" y="1116711"/>
                  </a:lnTo>
                  <a:lnTo>
                    <a:pt x="3467100" y="1276350"/>
                  </a:lnTo>
                  <a:lnTo>
                    <a:pt x="4105275" y="638175"/>
                  </a:lnTo>
                  <a:lnTo>
                    <a:pt x="3467100" y="0"/>
                  </a:lnTo>
                  <a:close/>
                </a:path>
              </a:pathLst>
            </a:custGeom>
            <a:solidFill>
              <a:srgbClr val="E4EAFD">
                <a:alpha val="90194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3529076" y="2147951"/>
              <a:ext cx="4105275" cy="1276350"/>
            </a:xfrm>
            <a:custGeom>
              <a:avLst/>
              <a:gdLst/>
              <a:ahLst/>
              <a:cxnLst/>
              <a:rect l="l" t="t" r="r" b="b"/>
              <a:pathLst>
                <a:path w="4105275" h="1276350">
                  <a:moveTo>
                    <a:pt x="0" y="159512"/>
                  </a:moveTo>
                  <a:lnTo>
                    <a:pt x="3467100" y="159512"/>
                  </a:lnTo>
                  <a:lnTo>
                    <a:pt x="3467100" y="0"/>
                  </a:lnTo>
                  <a:lnTo>
                    <a:pt x="4105275" y="638175"/>
                  </a:lnTo>
                  <a:lnTo>
                    <a:pt x="3467100" y="1276350"/>
                  </a:lnTo>
                  <a:lnTo>
                    <a:pt x="3467100" y="1116711"/>
                  </a:lnTo>
                  <a:lnTo>
                    <a:pt x="0" y="1116711"/>
                  </a:lnTo>
                  <a:lnTo>
                    <a:pt x="0" y="159512"/>
                  </a:lnTo>
                  <a:close/>
                </a:path>
              </a:pathLst>
            </a:custGeom>
            <a:ln w="25400">
              <a:solidFill>
                <a:srgbClr val="E4EAF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4" name="object 14"/>
          <p:cNvSpPr txBox="1"/>
          <p:nvPr/>
        </p:nvSpPr>
        <p:spPr>
          <a:xfrm>
            <a:off x="3607816" y="2339020"/>
            <a:ext cx="2661285" cy="789940"/>
          </a:xfrm>
          <a:prstGeom prst="rect">
            <a:avLst/>
          </a:prstGeom>
        </p:spPr>
        <p:txBody>
          <a:bodyPr vert="horz" wrap="square" lIns="0" tIns="102870" rIns="0" bIns="0" rtlCol="0">
            <a:spAutoFit/>
          </a:bodyPr>
          <a:lstStyle/>
          <a:p>
            <a:pPr marL="107950" indent="-95250">
              <a:lnSpc>
                <a:spcPct val="100000"/>
              </a:lnSpc>
              <a:spcBef>
                <a:spcPts val="810"/>
              </a:spcBef>
              <a:buFont typeface="Microsoft Sans Serif"/>
              <a:buChar char="•"/>
              <a:tabLst>
                <a:tab pos="107950" algn="l"/>
              </a:tabLst>
            </a:pPr>
            <a:r>
              <a:rPr sz="1100" b="1" spc="-10" dirty="0">
                <a:solidFill>
                  <a:srgbClr val="171E43"/>
                </a:solidFill>
                <a:latin typeface="Malgun Gothic"/>
                <a:cs typeface="Malgun Gothic"/>
              </a:rPr>
              <a:t>복잡한</a:t>
            </a:r>
            <a:r>
              <a:rPr sz="1100" b="1" spc="-75" dirty="0">
                <a:solidFill>
                  <a:srgbClr val="171E43"/>
                </a:solidFill>
                <a:latin typeface="Malgun Gothic"/>
                <a:cs typeface="Malgun Gothic"/>
              </a:rPr>
              <a:t> </a:t>
            </a:r>
            <a:r>
              <a:rPr sz="1100" b="1" spc="-10" dirty="0">
                <a:solidFill>
                  <a:srgbClr val="171E43"/>
                </a:solidFill>
                <a:latin typeface="Malgun Gothic"/>
                <a:cs typeface="Malgun Gothic"/>
              </a:rPr>
              <a:t>문제를</a:t>
            </a:r>
            <a:r>
              <a:rPr sz="1100" b="1" spc="-70" dirty="0">
                <a:solidFill>
                  <a:srgbClr val="171E43"/>
                </a:solidFill>
                <a:latin typeface="Malgun Gothic"/>
                <a:cs typeface="Malgun Gothic"/>
              </a:rPr>
              <a:t> </a:t>
            </a:r>
            <a:r>
              <a:rPr sz="1100" b="1" u="sng" dirty="0">
                <a:solidFill>
                  <a:srgbClr val="171E43"/>
                </a:solidFill>
                <a:uFill>
                  <a:solidFill>
                    <a:srgbClr val="171E43"/>
                  </a:solidFill>
                </a:uFill>
                <a:latin typeface="Malgun Gothic"/>
                <a:cs typeface="Malgun Gothic"/>
              </a:rPr>
              <a:t>체계적으로</a:t>
            </a:r>
            <a:r>
              <a:rPr sz="1100" b="1" u="sng" spc="-125" dirty="0">
                <a:solidFill>
                  <a:srgbClr val="171E43"/>
                </a:solidFill>
                <a:uFill>
                  <a:solidFill>
                    <a:srgbClr val="171E43"/>
                  </a:solidFill>
                </a:uFill>
                <a:latin typeface="Malgun Gothic"/>
                <a:cs typeface="Malgun Gothic"/>
              </a:rPr>
              <a:t> </a:t>
            </a:r>
            <a:r>
              <a:rPr sz="1100" b="1" u="sng" dirty="0">
                <a:solidFill>
                  <a:srgbClr val="171E43"/>
                </a:solidFill>
                <a:uFill>
                  <a:solidFill>
                    <a:srgbClr val="171E43"/>
                  </a:solidFill>
                </a:uFill>
                <a:latin typeface="Malgun Gothic"/>
                <a:cs typeface="Malgun Gothic"/>
              </a:rPr>
              <a:t>분석하고</a:t>
            </a:r>
            <a:r>
              <a:rPr sz="1100" b="1" u="sng" spc="-95" dirty="0">
                <a:solidFill>
                  <a:srgbClr val="171E43"/>
                </a:solidFill>
                <a:uFill>
                  <a:solidFill>
                    <a:srgbClr val="171E43"/>
                  </a:solidFill>
                </a:uFill>
                <a:latin typeface="Malgun Gothic"/>
                <a:cs typeface="Malgun Gothic"/>
              </a:rPr>
              <a:t> </a:t>
            </a:r>
            <a:r>
              <a:rPr sz="1100" b="1" u="sng" spc="-25" dirty="0">
                <a:solidFill>
                  <a:srgbClr val="171E43"/>
                </a:solidFill>
                <a:uFill>
                  <a:solidFill>
                    <a:srgbClr val="171E43"/>
                  </a:solidFill>
                </a:uFill>
                <a:latin typeface="Malgun Gothic"/>
                <a:cs typeface="Malgun Gothic"/>
              </a:rPr>
              <a:t>해결</a:t>
            </a:r>
            <a:endParaRPr sz="1100">
              <a:latin typeface="Malgun Gothic"/>
              <a:cs typeface="Malgun Gothic"/>
            </a:endParaRPr>
          </a:p>
          <a:p>
            <a:pPr marL="65405" indent="-61594">
              <a:lnSpc>
                <a:spcPct val="100000"/>
              </a:lnSpc>
              <a:spcBef>
                <a:spcPts val="710"/>
              </a:spcBef>
              <a:buFont typeface="Microsoft Sans Serif"/>
              <a:buChar char="•"/>
              <a:tabLst>
                <a:tab pos="65405" algn="l"/>
              </a:tabLst>
            </a:pPr>
            <a:r>
              <a:rPr sz="1100" b="1" u="sng" spc="50" dirty="0">
                <a:solidFill>
                  <a:srgbClr val="171E43"/>
                </a:solidFill>
                <a:uFill>
                  <a:solidFill>
                    <a:srgbClr val="171E43"/>
                  </a:solidFill>
                </a:uFill>
                <a:latin typeface="Malgun Gothic"/>
                <a:cs typeface="Malgun Gothic"/>
              </a:rPr>
              <a:t> </a:t>
            </a:r>
            <a:r>
              <a:rPr sz="1100" b="1" u="sng" dirty="0">
                <a:solidFill>
                  <a:srgbClr val="171E43"/>
                </a:solidFill>
                <a:uFill>
                  <a:solidFill>
                    <a:srgbClr val="171E43"/>
                  </a:solidFill>
                </a:uFill>
                <a:latin typeface="Malgun Gothic"/>
                <a:cs typeface="Malgun Gothic"/>
              </a:rPr>
              <a:t>실패의</a:t>
            </a:r>
            <a:r>
              <a:rPr sz="1100" b="1" u="sng" spc="-80" dirty="0">
                <a:solidFill>
                  <a:srgbClr val="171E43"/>
                </a:solidFill>
                <a:uFill>
                  <a:solidFill>
                    <a:srgbClr val="171E43"/>
                  </a:solidFill>
                </a:uFill>
                <a:latin typeface="Malgun Gothic"/>
                <a:cs typeface="Malgun Gothic"/>
              </a:rPr>
              <a:t> </a:t>
            </a:r>
            <a:r>
              <a:rPr sz="1100" b="1" u="sng" dirty="0">
                <a:solidFill>
                  <a:srgbClr val="171E43"/>
                </a:solidFill>
                <a:uFill>
                  <a:solidFill>
                    <a:srgbClr val="171E43"/>
                  </a:solidFill>
                </a:uFill>
                <a:latin typeface="Malgun Gothic"/>
                <a:cs typeface="Malgun Gothic"/>
              </a:rPr>
              <a:t>원인을</a:t>
            </a:r>
            <a:r>
              <a:rPr sz="1100" b="1" u="sng" spc="-85" dirty="0">
                <a:solidFill>
                  <a:srgbClr val="171E43"/>
                </a:solidFill>
                <a:uFill>
                  <a:solidFill>
                    <a:srgbClr val="171E43"/>
                  </a:solidFill>
                </a:uFill>
                <a:latin typeface="Malgun Gothic"/>
                <a:cs typeface="Malgun Gothic"/>
              </a:rPr>
              <a:t> </a:t>
            </a:r>
            <a:r>
              <a:rPr sz="1100" b="1" u="sng" dirty="0">
                <a:solidFill>
                  <a:srgbClr val="171E43"/>
                </a:solidFill>
                <a:uFill>
                  <a:solidFill>
                    <a:srgbClr val="171E43"/>
                  </a:solidFill>
                </a:uFill>
                <a:latin typeface="Malgun Gothic"/>
                <a:cs typeface="Malgun Gothic"/>
              </a:rPr>
              <a:t>분석</a:t>
            </a:r>
            <a:r>
              <a:rPr sz="1100" b="1" dirty="0">
                <a:solidFill>
                  <a:srgbClr val="171E43"/>
                </a:solidFill>
                <a:latin typeface="Malgun Gothic"/>
                <a:cs typeface="Malgun Gothic"/>
              </a:rPr>
              <a:t>하고</a:t>
            </a:r>
            <a:r>
              <a:rPr sz="1100" b="1" spc="-130" dirty="0">
                <a:solidFill>
                  <a:srgbClr val="171E43"/>
                </a:solidFill>
                <a:latin typeface="Malgun Gothic"/>
                <a:cs typeface="Malgun Gothic"/>
              </a:rPr>
              <a:t> </a:t>
            </a:r>
            <a:r>
              <a:rPr sz="1100" b="1" dirty="0">
                <a:solidFill>
                  <a:srgbClr val="171E43"/>
                </a:solidFill>
                <a:latin typeface="Malgun Gothic"/>
                <a:cs typeface="Malgun Gothic"/>
              </a:rPr>
              <a:t>대안을</a:t>
            </a:r>
            <a:r>
              <a:rPr sz="1100" b="1" spc="-80" dirty="0">
                <a:solidFill>
                  <a:srgbClr val="171E43"/>
                </a:solidFill>
                <a:latin typeface="Malgun Gothic"/>
                <a:cs typeface="Malgun Gothic"/>
              </a:rPr>
              <a:t> </a:t>
            </a:r>
            <a:r>
              <a:rPr sz="1100" b="1" spc="-25" dirty="0">
                <a:solidFill>
                  <a:srgbClr val="171E43"/>
                </a:solidFill>
                <a:latin typeface="Malgun Gothic"/>
                <a:cs typeface="Malgun Gothic"/>
              </a:rPr>
              <a:t>마련</a:t>
            </a:r>
            <a:endParaRPr sz="1100">
              <a:latin typeface="Malgun Gothic"/>
              <a:cs typeface="Malgun Gothic"/>
            </a:endParaRPr>
          </a:p>
          <a:p>
            <a:pPr marL="107950" indent="-95250">
              <a:lnSpc>
                <a:spcPct val="100000"/>
              </a:lnSpc>
              <a:spcBef>
                <a:spcPts val="630"/>
              </a:spcBef>
              <a:buFont typeface="Microsoft Sans Serif"/>
              <a:buChar char="•"/>
              <a:tabLst>
                <a:tab pos="107950" algn="l"/>
              </a:tabLst>
            </a:pPr>
            <a:r>
              <a:rPr sz="1100" b="1" spc="-10" dirty="0">
                <a:solidFill>
                  <a:srgbClr val="171E43"/>
                </a:solidFill>
                <a:latin typeface="Malgun Gothic"/>
                <a:cs typeface="Malgun Gothic"/>
              </a:rPr>
              <a:t>적합한</a:t>
            </a:r>
            <a:r>
              <a:rPr sz="1100" b="1" spc="-60" dirty="0">
                <a:solidFill>
                  <a:srgbClr val="171E43"/>
                </a:solidFill>
                <a:latin typeface="Malgun Gothic"/>
                <a:cs typeface="Malgun Gothic"/>
              </a:rPr>
              <a:t> </a:t>
            </a:r>
            <a:r>
              <a:rPr sz="1100" b="1" dirty="0">
                <a:solidFill>
                  <a:srgbClr val="171E43"/>
                </a:solidFill>
                <a:latin typeface="Malgun Gothic"/>
                <a:cs typeface="Malgun Gothic"/>
              </a:rPr>
              <a:t>전략</a:t>
            </a:r>
            <a:r>
              <a:rPr sz="1100" b="1" spc="-110" dirty="0">
                <a:solidFill>
                  <a:srgbClr val="171E43"/>
                </a:solidFill>
                <a:latin typeface="Malgun Gothic"/>
                <a:cs typeface="Malgun Gothic"/>
              </a:rPr>
              <a:t> </a:t>
            </a:r>
            <a:r>
              <a:rPr sz="1100" b="1" spc="-25" dirty="0">
                <a:solidFill>
                  <a:srgbClr val="171E43"/>
                </a:solidFill>
                <a:latin typeface="Malgun Gothic"/>
                <a:cs typeface="Malgun Gothic"/>
              </a:rPr>
              <a:t>선택</a:t>
            </a:r>
            <a:endParaRPr sz="1100">
              <a:latin typeface="Malgun Gothic"/>
              <a:cs typeface="Malgun Gothic"/>
            </a:endParaRPr>
          </a:p>
        </p:txBody>
      </p:sp>
      <p:grpSp>
        <p:nvGrpSpPr>
          <p:cNvPr id="15" name="object 15"/>
          <p:cNvGrpSpPr/>
          <p:nvPr/>
        </p:nvGrpSpPr>
        <p:grpSpPr>
          <a:xfrm>
            <a:off x="1620900" y="2230501"/>
            <a:ext cx="1920875" cy="1111250"/>
            <a:chOff x="1620900" y="2230501"/>
            <a:chExt cx="1920875" cy="1111250"/>
          </a:xfrm>
        </p:grpSpPr>
        <p:sp>
          <p:nvSpPr>
            <p:cNvPr id="16" name="object 16"/>
            <p:cNvSpPr/>
            <p:nvPr/>
          </p:nvSpPr>
          <p:spPr>
            <a:xfrm>
              <a:off x="1633600" y="2243201"/>
              <a:ext cx="1895475" cy="1085850"/>
            </a:xfrm>
            <a:custGeom>
              <a:avLst/>
              <a:gdLst/>
              <a:ahLst/>
              <a:cxnLst/>
              <a:rect l="l" t="t" r="r" b="b"/>
              <a:pathLst>
                <a:path w="1895475" h="1085850">
                  <a:moveTo>
                    <a:pt x="1714373" y="0"/>
                  </a:moveTo>
                  <a:lnTo>
                    <a:pt x="180975" y="0"/>
                  </a:lnTo>
                  <a:lnTo>
                    <a:pt x="132864" y="6464"/>
                  </a:lnTo>
                  <a:lnTo>
                    <a:pt x="89633" y="24708"/>
                  </a:lnTo>
                  <a:lnTo>
                    <a:pt x="53006" y="53006"/>
                  </a:lnTo>
                  <a:lnTo>
                    <a:pt x="24708" y="89633"/>
                  </a:lnTo>
                  <a:lnTo>
                    <a:pt x="6464" y="132864"/>
                  </a:lnTo>
                  <a:lnTo>
                    <a:pt x="0" y="180975"/>
                  </a:lnTo>
                  <a:lnTo>
                    <a:pt x="0" y="904748"/>
                  </a:lnTo>
                  <a:lnTo>
                    <a:pt x="6464" y="952867"/>
                  </a:lnTo>
                  <a:lnTo>
                    <a:pt x="24708" y="996122"/>
                  </a:lnTo>
                  <a:lnTo>
                    <a:pt x="53006" y="1032779"/>
                  </a:lnTo>
                  <a:lnTo>
                    <a:pt x="89633" y="1061108"/>
                  </a:lnTo>
                  <a:lnTo>
                    <a:pt x="132864" y="1079375"/>
                  </a:lnTo>
                  <a:lnTo>
                    <a:pt x="180975" y="1085850"/>
                  </a:lnTo>
                  <a:lnTo>
                    <a:pt x="1714373" y="1085850"/>
                  </a:lnTo>
                  <a:lnTo>
                    <a:pt x="1762492" y="1079375"/>
                  </a:lnTo>
                  <a:lnTo>
                    <a:pt x="1805747" y="1061108"/>
                  </a:lnTo>
                  <a:lnTo>
                    <a:pt x="1842404" y="1032779"/>
                  </a:lnTo>
                  <a:lnTo>
                    <a:pt x="1870733" y="996122"/>
                  </a:lnTo>
                  <a:lnTo>
                    <a:pt x="1889000" y="952867"/>
                  </a:lnTo>
                  <a:lnTo>
                    <a:pt x="1895475" y="904748"/>
                  </a:lnTo>
                  <a:lnTo>
                    <a:pt x="1895475" y="180975"/>
                  </a:lnTo>
                  <a:lnTo>
                    <a:pt x="1889000" y="132864"/>
                  </a:lnTo>
                  <a:lnTo>
                    <a:pt x="1870733" y="89633"/>
                  </a:lnTo>
                  <a:lnTo>
                    <a:pt x="1842404" y="53006"/>
                  </a:lnTo>
                  <a:lnTo>
                    <a:pt x="1805747" y="24708"/>
                  </a:lnTo>
                  <a:lnTo>
                    <a:pt x="1762492" y="6464"/>
                  </a:lnTo>
                  <a:lnTo>
                    <a:pt x="1714373" y="0"/>
                  </a:lnTo>
                  <a:close/>
                </a:path>
              </a:pathLst>
            </a:custGeom>
            <a:solidFill>
              <a:srgbClr val="B5C4F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1633600" y="2243201"/>
              <a:ext cx="1895475" cy="1085850"/>
            </a:xfrm>
            <a:custGeom>
              <a:avLst/>
              <a:gdLst/>
              <a:ahLst/>
              <a:cxnLst/>
              <a:rect l="l" t="t" r="r" b="b"/>
              <a:pathLst>
                <a:path w="1895475" h="1085850">
                  <a:moveTo>
                    <a:pt x="0" y="180975"/>
                  </a:moveTo>
                  <a:lnTo>
                    <a:pt x="6464" y="132864"/>
                  </a:lnTo>
                  <a:lnTo>
                    <a:pt x="24708" y="89633"/>
                  </a:lnTo>
                  <a:lnTo>
                    <a:pt x="53006" y="53006"/>
                  </a:lnTo>
                  <a:lnTo>
                    <a:pt x="89633" y="24708"/>
                  </a:lnTo>
                  <a:lnTo>
                    <a:pt x="132864" y="6464"/>
                  </a:lnTo>
                  <a:lnTo>
                    <a:pt x="180975" y="0"/>
                  </a:lnTo>
                  <a:lnTo>
                    <a:pt x="1714373" y="0"/>
                  </a:lnTo>
                  <a:lnTo>
                    <a:pt x="1762492" y="6464"/>
                  </a:lnTo>
                  <a:lnTo>
                    <a:pt x="1805747" y="24708"/>
                  </a:lnTo>
                  <a:lnTo>
                    <a:pt x="1842404" y="53006"/>
                  </a:lnTo>
                  <a:lnTo>
                    <a:pt x="1870733" y="89633"/>
                  </a:lnTo>
                  <a:lnTo>
                    <a:pt x="1889000" y="132864"/>
                  </a:lnTo>
                  <a:lnTo>
                    <a:pt x="1895475" y="180975"/>
                  </a:lnTo>
                  <a:lnTo>
                    <a:pt x="1895475" y="904748"/>
                  </a:lnTo>
                  <a:lnTo>
                    <a:pt x="1889000" y="952867"/>
                  </a:lnTo>
                  <a:lnTo>
                    <a:pt x="1870733" y="996122"/>
                  </a:lnTo>
                  <a:lnTo>
                    <a:pt x="1842404" y="1032779"/>
                  </a:lnTo>
                  <a:lnTo>
                    <a:pt x="1805747" y="1061108"/>
                  </a:lnTo>
                  <a:lnTo>
                    <a:pt x="1762492" y="1079375"/>
                  </a:lnTo>
                  <a:lnTo>
                    <a:pt x="1714373" y="1085850"/>
                  </a:lnTo>
                  <a:lnTo>
                    <a:pt x="180975" y="1085850"/>
                  </a:lnTo>
                  <a:lnTo>
                    <a:pt x="132864" y="1079375"/>
                  </a:lnTo>
                  <a:lnTo>
                    <a:pt x="89633" y="1061108"/>
                  </a:lnTo>
                  <a:lnTo>
                    <a:pt x="53006" y="1032779"/>
                  </a:lnTo>
                  <a:lnTo>
                    <a:pt x="24708" y="996122"/>
                  </a:lnTo>
                  <a:lnTo>
                    <a:pt x="6464" y="952867"/>
                  </a:lnTo>
                  <a:lnTo>
                    <a:pt x="0" y="904748"/>
                  </a:lnTo>
                  <a:lnTo>
                    <a:pt x="0" y="180975"/>
                  </a:lnTo>
                  <a:close/>
                </a:path>
              </a:pathLst>
            </a:custGeom>
            <a:ln w="25400">
              <a:solidFill>
                <a:srgbClr val="4A6DF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8" name="object 18"/>
          <p:cNvSpPr txBox="1"/>
          <p:nvPr/>
        </p:nvSpPr>
        <p:spPr>
          <a:xfrm>
            <a:off x="1853565" y="2415222"/>
            <a:ext cx="1499235" cy="655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447675" marR="5080" indent="-434975">
              <a:lnSpc>
                <a:spcPct val="133300"/>
              </a:lnSpc>
              <a:spcBef>
                <a:spcPts val="95"/>
              </a:spcBef>
            </a:pPr>
            <a:r>
              <a:rPr sz="1550" b="1" dirty="0">
                <a:solidFill>
                  <a:srgbClr val="171E43"/>
                </a:solidFill>
                <a:latin typeface="Malgun Gothic"/>
                <a:cs typeface="Malgun Gothic"/>
              </a:rPr>
              <a:t>문제</a:t>
            </a:r>
            <a:r>
              <a:rPr sz="1550" b="1" spc="-25" dirty="0">
                <a:solidFill>
                  <a:srgbClr val="171E43"/>
                </a:solidFill>
                <a:latin typeface="Malgun Gothic"/>
                <a:cs typeface="Malgun Gothic"/>
              </a:rPr>
              <a:t> </a:t>
            </a:r>
            <a:r>
              <a:rPr sz="1550" b="1" spc="-20" dirty="0">
                <a:solidFill>
                  <a:srgbClr val="171E43"/>
                </a:solidFill>
                <a:latin typeface="Malgun Gothic"/>
                <a:cs typeface="Malgun Gothic"/>
              </a:rPr>
              <a:t>해결에서의 </a:t>
            </a:r>
            <a:r>
              <a:rPr sz="1550" b="1" spc="-25" dirty="0">
                <a:solidFill>
                  <a:srgbClr val="171E43"/>
                </a:solidFill>
                <a:latin typeface="Malgun Gothic"/>
                <a:cs typeface="Malgun Gothic"/>
              </a:rPr>
              <a:t>중요성</a:t>
            </a:r>
            <a:endParaRPr sz="1550" dirty="0">
              <a:latin typeface="Malgun Gothic"/>
              <a:cs typeface="Malgun Gothic"/>
            </a:endParaRPr>
          </a:p>
        </p:txBody>
      </p:sp>
      <p:grpSp>
        <p:nvGrpSpPr>
          <p:cNvPr id="19" name="object 19"/>
          <p:cNvGrpSpPr/>
          <p:nvPr/>
        </p:nvGrpSpPr>
        <p:grpSpPr>
          <a:xfrm>
            <a:off x="3525901" y="3535426"/>
            <a:ext cx="4130675" cy="1292225"/>
            <a:chOff x="3525901" y="3535426"/>
            <a:chExt cx="4130675" cy="1292225"/>
          </a:xfrm>
        </p:grpSpPr>
        <p:sp>
          <p:nvSpPr>
            <p:cNvPr id="20" name="object 20"/>
            <p:cNvSpPr/>
            <p:nvPr/>
          </p:nvSpPr>
          <p:spPr>
            <a:xfrm>
              <a:off x="3538601" y="3548126"/>
              <a:ext cx="4105275" cy="1266825"/>
            </a:xfrm>
            <a:custGeom>
              <a:avLst/>
              <a:gdLst/>
              <a:ahLst/>
              <a:cxnLst/>
              <a:rect l="l" t="t" r="r" b="b"/>
              <a:pathLst>
                <a:path w="4105275" h="1266825">
                  <a:moveTo>
                    <a:pt x="3471799" y="0"/>
                  </a:moveTo>
                  <a:lnTo>
                    <a:pt x="3471799" y="158242"/>
                  </a:lnTo>
                  <a:lnTo>
                    <a:pt x="0" y="158242"/>
                  </a:lnTo>
                  <a:lnTo>
                    <a:pt x="0" y="1108405"/>
                  </a:lnTo>
                  <a:lnTo>
                    <a:pt x="3471799" y="1108405"/>
                  </a:lnTo>
                  <a:lnTo>
                    <a:pt x="3471799" y="1266761"/>
                  </a:lnTo>
                  <a:lnTo>
                    <a:pt x="4105275" y="633349"/>
                  </a:lnTo>
                  <a:lnTo>
                    <a:pt x="3471799" y="0"/>
                  </a:lnTo>
                  <a:close/>
                </a:path>
              </a:pathLst>
            </a:custGeom>
            <a:solidFill>
              <a:srgbClr val="E4EAFD">
                <a:alpha val="90194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3538601" y="3548126"/>
              <a:ext cx="4105275" cy="1266825"/>
            </a:xfrm>
            <a:custGeom>
              <a:avLst/>
              <a:gdLst/>
              <a:ahLst/>
              <a:cxnLst/>
              <a:rect l="l" t="t" r="r" b="b"/>
              <a:pathLst>
                <a:path w="4105275" h="1266825">
                  <a:moveTo>
                    <a:pt x="0" y="158242"/>
                  </a:moveTo>
                  <a:lnTo>
                    <a:pt x="3471799" y="158242"/>
                  </a:lnTo>
                  <a:lnTo>
                    <a:pt x="3471799" y="0"/>
                  </a:lnTo>
                  <a:lnTo>
                    <a:pt x="4105275" y="633349"/>
                  </a:lnTo>
                  <a:lnTo>
                    <a:pt x="3471799" y="1266761"/>
                  </a:lnTo>
                  <a:lnTo>
                    <a:pt x="3471799" y="1108405"/>
                  </a:lnTo>
                  <a:lnTo>
                    <a:pt x="0" y="1108405"/>
                  </a:lnTo>
                  <a:lnTo>
                    <a:pt x="0" y="158242"/>
                  </a:lnTo>
                  <a:close/>
                </a:path>
              </a:pathLst>
            </a:custGeom>
            <a:ln w="25400">
              <a:solidFill>
                <a:srgbClr val="E4EAF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2" name="object 22"/>
          <p:cNvSpPr txBox="1"/>
          <p:nvPr/>
        </p:nvSpPr>
        <p:spPr>
          <a:xfrm>
            <a:off x="3615817" y="3757358"/>
            <a:ext cx="3539490" cy="776175"/>
          </a:xfrm>
          <a:prstGeom prst="rect">
            <a:avLst/>
          </a:prstGeom>
        </p:spPr>
        <p:txBody>
          <a:bodyPr vert="horz" wrap="square" lIns="0" tIns="102235" rIns="0" bIns="0" rtlCol="0">
            <a:spAutoFit/>
          </a:bodyPr>
          <a:lstStyle/>
          <a:p>
            <a:pPr marL="107950" indent="-95250">
              <a:lnSpc>
                <a:spcPct val="100000"/>
              </a:lnSpc>
              <a:spcBef>
                <a:spcPts val="805"/>
              </a:spcBef>
              <a:buFont typeface="Microsoft Sans Serif"/>
              <a:buChar char="•"/>
              <a:tabLst>
                <a:tab pos="107950" algn="l"/>
              </a:tabLst>
            </a:pPr>
            <a:r>
              <a:rPr sz="1100" b="1" dirty="0">
                <a:solidFill>
                  <a:srgbClr val="171E43"/>
                </a:solidFill>
                <a:latin typeface="Malgun Gothic"/>
                <a:cs typeface="Malgun Gothic"/>
              </a:rPr>
              <a:t>과대평가나</a:t>
            </a:r>
            <a:r>
              <a:rPr sz="1100" b="1" spc="-105" dirty="0">
                <a:solidFill>
                  <a:srgbClr val="171E43"/>
                </a:solidFill>
                <a:latin typeface="Malgun Gothic"/>
                <a:cs typeface="Malgun Gothic"/>
              </a:rPr>
              <a:t> </a:t>
            </a:r>
            <a:r>
              <a:rPr sz="1100" b="1" dirty="0">
                <a:solidFill>
                  <a:srgbClr val="171E43"/>
                </a:solidFill>
                <a:latin typeface="Malgun Gothic"/>
                <a:cs typeface="Malgun Gothic"/>
              </a:rPr>
              <a:t>과소평가를</a:t>
            </a:r>
            <a:r>
              <a:rPr sz="1100" b="1" spc="-114" dirty="0">
                <a:solidFill>
                  <a:srgbClr val="171E43"/>
                </a:solidFill>
                <a:latin typeface="Malgun Gothic"/>
                <a:cs typeface="Malgun Gothic"/>
              </a:rPr>
              <a:t> </a:t>
            </a:r>
            <a:r>
              <a:rPr sz="1100" b="1" spc="-10" dirty="0">
                <a:solidFill>
                  <a:srgbClr val="171E43"/>
                </a:solidFill>
                <a:latin typeface="Malgun Gothic"/>
                <a:cs typeface="Malgun Gothic"/>
              </a:rPr>
              <a:t>줄이고</a:t>
            </a:r>
            <a:r>
              <a:rPr sz="1100" b="1" spc="-55" dirty="0">
                <a:solidFill>
                  <a:srgbClr val="171E43"/>
                </a:solidFill>
                <a:latin typeface="Malgun Gothic"/>
                <a:cs typeface="Malgun Gothic"/>
              </a:rPr>
              <a:t> </a:t>
            </a:r>
            <a:r>
              <a:rPr sz="1100" b="1" u="sng" spc="-10" dirty="0">
                <a:solidFill>
                  <a:srgbClr val="171E43"/>
                </a:solidFill>
                <a:uFill>
                  <a:solidFill>
                    <a:srgbClr val="171E43"/>
                  </a:solidFill>
                </a:uFill>
                <a:latin typeface="Malgun Gothic"/>
                <a:cs typeface="Malgun Gothic"/>
              </a:rPr>
              <a:t>정확한</a:t>
            </a:r>
            <a:r>
              <a:rPr sz="1100" b="1" u="sng" spc="-55" dirty="0">
                <a:solidFill>
                  <a:srgbClr val="171E43"/>
                </a:solidFill>
                <a:uFill>
                  <a:solidFill>
                    <a:srgbClr val="171E43"/>
                  </a:solidFill>
                </a:uFill>
                <a:latin typeface="Malgun Gothic"/>
                <a:cs typeface="Malgun Gothic"/>
              </a:rPr>
              <a:t> </a:t>
            </a:r>
            <a:r>
              <a:rPr sz="1100" b="1" u="sng" dirty="0">
                <a:solidFill>
                  <a:srgbClr val="171E43"/>
                </a:solidFill>
                <a:uFill>
                  <a:solidFill>
                    <a:srgbClr val="171E43"/>
                  </a:solidFill>
                </a:uFill>
                <a:latin typeface="Malgun Gothic"/>
                <a:cs typeface="Malgun Gothic"/>
              </a:rPr>
              <a:t>자기</a:t>
            </a:r>
            <a:r>
              <a:rPr sz="1100" b="1" u="sng" spc="-110" dirty="0">
                <a:solidFill>
                  <a:srgbClr val="171E43"/>
                </a:solidFill>
                <a:uFill>
                  <a:solidFill>
                    <a:srgbClr val="171E43"/>
                  </a:solidFill>
                </a:uFill>
                <a:latin typeface="Malgun Gothic"/>
                <a:cs typeface="Malgun Gothic"/>
              </a:rPr>
              <a:t> </a:t>
            </a:r>
            <a:r>
              <a:rPr sz="1100" b="1" u="sng" dirty="0">
                <a:solidFill>
                  <a:srgbClr val="171E43"/>
                </a:solidFill>
                <a:uFill>
                  <a:solidFill>
                    <a:srgbClr val="171E43"/>
                  </a:solidFill>
                </a:uFill>
                <a:latin typeface="Malgun Gothic"/>
                <a:cs typeface="Malgun Gothic"/>
              </a:rPr>
              <a:t>인식</a:t>
            </a:r>
            <a:r>
              <a:rPr sz="1100" b="1" u="sng" spc="-105" dirty="0">
                <a:solidFill>
                  <a:srgbClr val="171E43"/>
                </a:solidFill>
                <a:uFill>
                  <a:solidFill>
                    <a:srgbClr val="171E43"/>
                  </a:solidFill>
                </a:uFill>
                <a:latin typeface="Malgun Gothic"/>
                <a:cs typeface="Malgun Gothic"/>
              </a:rPr>
              <a:t> </a:t>
            </a:r>
            <a:r>
              <a:rPr sz="1100" b="1" u="sng" spc="-25" dirty="0">
                <a:solidFill>
                  <a:srgbClr val="171E43"/>
                </a:solidFill>
                <a:uFill>
                  <a:solidFill>
                    <a:srgbClr val="171E43"/>
                  </a:solidFill>
                </a:uFill>
                <a:latin typeface="Malgun Gothic"/>
                <a:cs typeface="Malgun Gothic"/>
              </a:rPr>
              <a:t>형성</a:t>
            </a:r>
            <a:endParaRPr sz="1100" dirty="0">
              <a:latin typeface="Malgun Gothic"/>
              <a:cs typeface="Malgun Gothic"/>
            </a:endParaRPr>
          </a:p>
          <a:p>
            <a:pPr marL="69850" marR="5080" indent="-57150">
              <a:lnSpc>
                <a:spcPct val="125200"/>
              </a:lnSpc>
              <a:spcBef>
                <a:spcPts val="375"/>
              </a:spcBef>
              <a:buFont typeface="Microsoft Sans Serif"/>
              <a:buChar char="•"/>
              <a:tabLst>
                <a:tab pos="69850" algn="l"/>
                <a:tab pos="107950" algn="l"/>
              </a:tabLst>
            </a:pPr>
            <a:r>
              <a:rPr sz="1100" dirty="0">
                <a:solidFill>
                  <a:srgbClr val="171E43"/>
                </a:solidFill>
                <a:latin typeface="Malgun Gothic"/>
                <a:cs typeface="Malgun Gothic"/>
              </a:rPr>
              <a:t>	</a:t>
            </a:r>
            <a:r>
              <a:rPr sz="1100" b="1" spc="-10" dirty="0">
                <a:solidFill>
                  <a:srgbClr val="171E43"/>
                </a:solidFill>
                <a:latin typeface="Malgun Gothic"/>
                <a:cs typeface="Malgun Gothic"/>
              </a:rPr>
              <a:t>자신의</a:t>
            </a:r>
            <a:r>
              <a:rPr sz="1100" b="1" spc="-75" dirty="0">
                <a:solidFill>
                  <a:srgbClr val="171E43"/>
                </a:solidFill>
                <a:latin typeface="Malgun Gothic"/>
                <a:cs typeface="Malgun Gothic"/>
              </a:rPr>
              <a:t> </a:t>
            </a:r>
            <a:r>
              <a:rPr sz="1100" b="1" spc="-10" dirty="0">
                <a:solidFill>
                  <a:srgbClr val="171E43"/>
                </a:solidFill>
                <a:latin typeface="Malgun Gothic"/>
                <a:cs typeface="Malgun Gothic"/>
              </a:rPr>
              <a:t>행동과</a:t>
            </a:r>
            <a:r>
              <a:rPr sz="1100" b="1" spc="-70" dirty="0">
                <a:solidFill>
                  <a:srgbClr val="171E43"/>
                </a:solidFill>
                <a:latin typeface="Malgun Gothic"/>
                <a:cs typeface="Malgun Gothic"/>
              </a:rPr>
              <a:t> </a:t>
            </a:r>
            <a:r>
              <a:rPr sz="1100" b="1" spc="-10" dirty="0">
                <a:solidFill>
                  <a:srgbClr val="171E43"/>
                </a:solidFill>
                <a:latin typeface="Malgun Gothic"/>
                <a:cs typeface="Malgun Gothic"/>
              </a:rPr>
              <a:t>사고를</a:t>
            </a:r>
            <a:r>
              <a:rPr sz="1100" b="1" spc="-65" dirty="0">
                <a:solidFill>
                  <a:srgbClr val="171E43"/>
                </a:solidFill>
                <a:latin typeface="Malgun Gothic"/>
                <a:cs typeface="Malgun Gothic"/>
              </a:rPr>
              <a:t> </a:t>
            </a:r>
            <a:r>
              <a:rPr sz="1100" b="1" dirty="0">
                <a:solidFill>
                  <a:srgbClr val="171E43"/>
                </a:solidFill>
                <a:latin typeface="Malgun Gothic"/>
                <a:cs typeface="Malgun Gothic"/>
              </a:rPr>
              <a:t>객관적으로</a:t>
            </a:r>
            <a:r>
              <a:rPr sz="1100" b="1" spc="-120" dirty="0">
                <a:solidFill>
                  <a:srgbClr val="171E43"/>
                </a:solidFill>
                <a:latin typeface="Malgun Gothic"/>
                <a:cs typeface="Malgun Gothic"/>
              </a:rPr>
              <a:t> </a:t>
            </a:r>
            <a:r>
              <a:rPr sz="1100" b="1" dirty="0">
                <a:solidFill>
                  <a:srgbClr val="171E43"/>
                </a:solidFill>
                <a:latin typeface="Malgun Gothic"/>
                <a:cs typeface="Malgun Gothic"/>
              </a:rPr>
              <a:t>평가하며</a:t>
            </a:r>
            <a:r>
              <a:rPr sz="1100" b="1" spc="-100" dirty="0">
                <a:solidFill>
                  <a:srgbClr val="171E43"/>
                </a:solidFill>
                <a:latin typeface="Malgun Gothic"/>
                <a:cs typeface="Malgun Gothic"/>
              </a:rPr>
              <a:t> </a:t>
            </a:r>
            <a:r>
              <a:rPr sz="1100" b="1" spc="-20" dirty="0" err="1">
                <a:solidFill>
                  <a:srgbClr val="171E43"/>
                </a:solidFill>
                <a:latin typeface="Malgun Gothic"/>
                <a:cs typeface="Malgun Gothic"/>
              </a:rPr>
              <a:t>지속적으로</a:t>
            </a:r>
            <a:r>
              <a:rPr sz="1100" b="1" spc="-20" dirty="0">
                <a:solidFill>
                  <a:srgbClr val="171E43"/>
                </a:solidFill>
                <a:latin typeface="Malgun Gothic"/>
                <a:cs typeface="Malgun Gothic"/>
              </a:rPr>
              <a:t> </a:t>
            </a:r>
            <a:r>
              <a:rPr lang="en-US" sz="1100" b="1" spc="-20" dirty="0">
                <a:solidFill>
                  <a:srgbClr val="171E43"/>
                </a:solidFill>
                <a:latin typeface="Malgun Gothic"/>
                <a:cs typeface="Malgun Gothic"/>
              </a:rPr>
              <a:t> </a:t>
            </a:r>
          </a:p>
          <a:p>
            <a:pPr marL="12700" marR="5080">
              <a:lnSpc>
                <a:spcPct val="125200"/>
              </a:lnSpc>
              <a:spcBef>
                <a:spcPts val="375"/>
              </a:spcBef>
              <a:tabLst>
                <a:tab pos="69850" algn="l"/>
                <a:tab pos="107950" algn="l"/>
              </a:tabLst>
            </a:pPr>
            <a:r>
              <a:rPr lang="en-US" sz="1100" b="1" spc="-20" dirty="0">
                <a:solidFill>
                  <a:srgbClr val="171E43"/>
                </a:solidFill>
                <a:latin typeface="Malgun Gothic"/>
                <a:cs typeface="Malgun Gothic"/>
              </a:rPr>
              <a:t>  </a:t>
            </a:r>
            <a:r>
              <a:rPr sz="1100" b="1" spc="-25" dirty="0" err="1">
                <a:solidFill>
                  <a:srgbClr val="171E43"/>
                </a:solidFill>
                <a:latin typeface="Malgun Gothic"/>
                <a:cs typeface="Malgun Gothic"/>
              </a:rPr>
              <a:t>성찰</a:t>
            </a:r>
            <a:endParaRPr sz="1100" dirty="0">
              <a:latin typeface="Malgun Gothic"/>
              <a:cs typeface="Malgun Gothic"/>
            </a:endParaRPr>
          </a:p>
        </p:txBody>
      </p:sp>
      <p:grpSp>
        <p:nvGrpSpPr>
          <p:cNvPr id="23" name="object 23"/>
          <p:cNvGrpSpPr/>
          <p:nvPr/>
        </p:nvGrpSpPr>
        <p:grpSpPr>
          <a:xfrm>
            <a:off x="1611375" y="3678301"/>
            <a:ext cx="1939925" cy="1006475"/>
            <a:chOff x="1611375" y="3678301"/>
            <a:chExt cx="1939925" cy="1006475"/>
          </a:xfrm>
        </p:grpSpPr>
        <p:sp>
          <p:nvSpPr>
            <p:cNvPr id="24" name="object 24"/>
            <p:cNvSpPr/>
            <p:nvPr/>
          </p:nvSpPr>
          <p:spPr>
            <a:xfrm>
              <a:off x="1624075" y="3691001"/>
              <a:ext cx="1914525" cy="981075"/>
            </a:xfrm>
            <a:custGeom>
              <a:avLst/>
              <a:gdLst/>
              <a:ahLst/>
              <a:cxnLst/>
              <a:rect l="l" t="t" r="r" b="b"/>
              <a:pathLst>
                <a:path w="1914525" h="981075">
                  <a:moveTo>
                    <a:pt x="1750949" y="0"/>
                  </a:moveTo>
                  <a:lnTo>
                    <a:pt x="163449" y="0"/>
                  </a:lnTo>
                  <a:lnTo>
                    <a:pt x="119988" y="5836"/>
                  </a:lnTo>
                  <a:lnTo>
                    <a:pt x="80941" y="22309"/>
                  </a:lnTo>
                  <a:lnTo>
                    <a:pt x="47863" y="47863"/>
                  </a:lnTo>
                  <a:lnTo>
                    <a:pt x="22309" y="80941"/>
                  </a:lnTo>
                  <a:lnTo>
                    <a:pt x="5836" y="119988"/>
                  </a:lnTo>
                  <a:lnTo>
                    <a:pt x="0" y="163449"/>
                  </a:lnTo>
                  <a:lnTo>
                    <a:pt x="0" y="817499"/>
                  </a:lnTo>
                  <a:lnTo>
                    <a:pt x="5836" y="860968"/>
                  </a:lnTo>
                  <a:lnTo>
                    <a:pt x="22309" y="900028"/>
                  </a:lnTo>
                  <a:lnTo>
                    <a:pt x="47863" y="933121"/>
                  </a:lnTo>
                  <a:lnTo>
                    <a:pt x="80941" y="958688"/>
                  </a:lnTo>
                  <a:lnTo>
                    <a:pt x="119988" y="975170"/>
                  </a:lnTo>
                  <a:lnTo>
                    <a:pt x="163449" y="981011"/>
                  </a:lnTo>
                  <a:lnTo>
                    <a:pt x="1750949" y="981011"/>
                  </a:lnTo>
                  <a:lnTo>
                    <a:pt x="1794418" y="975170"/>
                  </a:lnTo>
                  <a:lnTo>
                    <a:pt x="1833489" y="958688"/>
                  </a:lnTo>
                  <a:lnTo>
                    <a:pt x="1866598" y="933121"/>
                  </a:lnTo>
                  <a:lnTo>
                    <a:pt x="1892182" y="900028"/>
                  </a:lnTo>
                  <a:lnTo>
                    <a:pt x="1908678" y="860968"/>
                  </a:lnTo>
                  <a:lnTo>
                    <a:pt x="1914525" y="817499"/>
                  </a:lnTo>
                  <a:lnTo>
                    <a:pt x="1914525" y="163449"/>
                  </a:lnTo>
                  <a:lnTo>
                    <a:pt x="1908678" y="119988"/>
                  </a:lnTo>
                  <a:lnTo>
                    <a:pt x="1892182" y="80941"/>
                  </a:lnTo>
                  <a:lnTo>
                    <a:pt x="1866598" y="47863"/>
                  </a:lnTo>
                  <a:lnTo>
                    <a:pt x="1833489" y="22309"/>
                  </a:lnTo>
                  <a:lnTo>
                    <a:pt x="1794418" y="5836"/>
                  </a:lnTo>
                  <a:lnTo>
                    <a:pt x="1750949" y="0"/>
                  </a:lnTo>
                  <a:close/>
                </a:path>
              </a:pathLst>
            </a:custGeom>
            <a:solidFill>
              <a:srgbClr val="B5C4F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1624075" y="3691001"/>
              <a:ext cx="1914525" cy="981075"/>
            </a:xfrm>
            <a:custGeom>
              <a:avLst/>
              <a:gdLst/>
              <a:ahLst/>
              <a:cxnLst/>
              <a:rect l="l" t="t" r="r" b="b"/>
              <a:pathLst>
                <a:path w="1914525" h="981075">
                  <a:moveTo>
                    <a:pt x="0" y="163449"/>
                  </a:moveTo>
                  <a:lnTo>
                    <a:pt x="5836" y="119988"/>
                  </a:lnTo>
                  <a:lnTo>
                    <a:pt x="22309" y="80941"/>
                  </a:lnTo>
                  <a:lnTo>
                    <a:pt x="47863" y="47863"/>
                  </a:lnTo>
                  <a:lnTo>
                    <a:pt x="80941" y="22309"/>
                  </a:lnTo>
                  <a:lnTo>
                    <a:pt x="119988" y="5836"/>
                  </a:lnTo>
                  <a:lnTo>
                    <a:pt x="163449" y="0"/>
                  </a:lnTo>
                  <a:lnTo>
                    <a:pt x="1750949" y="0"/>
                  </a:lnTo>
                  <a:lnTo>
                    <a:pt x="1794418" y="5836"/>
                  </a:lnTo>
                  <a:lnTo>
                    <a:pt x="1833489" y="22309"/>
                  </a:lnTo>
                  <a:lnTo>
                    <a:pt x="1866598" y="47863"/>
                  </a:lnTo>
                  <a:lnTo>
                    <a:pt x="1892182" y="80941"/>
                  </a:lnTo>
                  <a:lnTo>
                    <a:pt x="1908678" y="119988"/>
                  </a:lnTo>
                  <a:lnTo>
                    <a:pt x="1914525" y="163449"/>
                  </a:lnTo>
                  <a:lnTo>
                    <a:pt x="1914525" y="817499"/>
                  </a:lnTo>
                  <a:lnTo>
                    <a:pt x="1908678" y="860968"/>
                  </a:lnTo>
                  <a:lnTo>
                    <a:pt x="1892182" y="900028"/>
                  </a:lnTo>
                  <a:lnTo>
                    <a:pt x="1866598" y="933121"/>
                  </a:lnTo>
                  <a:lnTo>
                    <a:pt x="1833489" y="958688"/>
                  </a:lnTo>
                  <a:lnTo>
                    <a:pt x="1794418" y="975170"/>
                  </a:lnTo>
                  <a:lnTo>
                    <a:pt x="1750949" y="981011"/>
                  </a:lnTo>
                  <a:lnTo>
                    <a:pt x="163449" y="981011"/>
                  </a:lnTo>
                  <a:lnTo>
                    <a:pt x="119988" y="975170"/>
                  </a:lnTo>
                  <a:lnTo>
                    <a:pt x="80941" y="958688"/>
                  </a:lnTo>
                  <a:lnTo>
                    <a:pt x="47863" y="933121"/>
                  </a:lnTo>
                  <a:lnTo>
                    <a:pt x="22309" y="900028"/>
                  </a:lnTo>
                  <a:lnTo>
                    <a:pt x="5836" y="860968"/>
                  </a:lnTo>
                  <a:lnTo>
                    <a:pt x="0" y="817499"/>
                  </a:lnTo>
                  <a:lnTo>
                    <a:pt x="0" y="163449"/>
                  </a:lnTo>
                  <a:close/>
                </a:path>
              </a:pathLst>
            </a:custGeom>
            <a:ln w="25400">
              <a:solidFill>
                <a:srgbClr val="4A6DF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6" name="object 26"/>
          <p:cNvSpPr txBox="1"/>
          <p:nvPr/>
        </p:nvSpPr>
        <p:spPr>
          <a:xfrm>
            <a:off x="1853565" y="3814826"/>
            <a:ext cx="1499235" cy="655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447675" marR="5080" indent="-434975">
              <a:lnSpc>
                <a:spcPct val="133300"/>
              </a:lnSpc>
              <a:spcBef>
                <a:spcPts val="95"/>
              </a:spcBef>
            </a:pPr>
            <a:r>
              <a:rPr sz="1550" b="1" dirty="0">
                <a:solidFill>
                  <a:srgbClr val="171E43"/>
                </a:solidFill>
                <a:latin typeface="Malgun Gothic"/>
                <a:cs typeface="Malgun Gothic"/>
              </a:rPr>
              <a:t>자기</a:t>
            </a:r>
            <a:r>
              <a:rPr sz="1550" b="1" spc="-25" dirty="0">
                <a:solidFill>
                  <a:srgbClr val="171E43"/>
                </a:solidFill>
                <a:latin typeface="Malgun Gothic"/>
                <a:cs typeface="Malgun Gothic"/>
              </a:rPr>
              <a:t> </a:t>
            </a:r>
            <a:r>
              <a:rPr sz="1550" b="1" spc="-20" dirty="0">
                <a:solidFill>
                  <a:srgbClr val="171E43"/>
                </a:solidFill>
                <a:latin typeface="Malgun Gothic"/>
                <a:cs typeface="Malgun Gothic"/>
              </a:rPr>
              <a:t>성장에서의 </a:t>
            </a:r>
            <a:r>
              <a:rPr sz="1550" b="1" spc="-25" dirty="0">
                <a:solidFill>
                  <a:srgbClr val="171E43"/>
                </a:solidFill>
                <a:latin typeface="Malgun Gothic"/>
                <a:cs typeface="Malgun Gothic"/>
              </a:rPr>
              <a:t>중요성</a:t>
            </a:r>
            <a:endParaRPr sz="1550" dirty="0">
              <a:latin typeface="Malgun Gothic"/>
              <a:cs typeface="Malgun Gothic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96532" y="545147"/>
            <a:ext cx="5749290" cy="1001556"/>
          </a:xfrm>
          <a:prstGeom prst="rect">
            <a:avLst/>
          </a:prstGeom>
        </p:spPr>
        <p:txBody>
          <a:bodyPr vert="horz" wrap="square" lIns="0" tIns="123190" rIns="0" bIns="0" rtlCol="0">
            <a:spAutoFit/>
          </a:bodyPr>
          <a:lstStyle/>
          <a:p>
            <a:pPr marL="298450" indent="-285750">
              <a:lnSpc>
                <a:spcPct val="100000"/>
              </a:lnSpc>
              <a:spcBef>
                <a:spcPts val="970"/>
              </a:spcBef>
              <a:buClr>
                <a:srgbClr val="C00000"/>
              </a:buClr>
              <a:buFont typeface="Wingdings"/>
              <a:buChar char=""/>
              <a:tabLst>
                <a:tab pos="298450" algn="l"/>
              </a:tabLst>
            </a:pPr>
            <a:r>
              <a:rPr sz="1400" b="1" dirty="0">
                <a:solidFill>
                  <a:srgbClr val="FFFFFF"/>
                </a:solidFill>
                <a:latin typeface="Malgun Gothic"/>
                <a:cs typeface="Malgun Gothic"/>
              </a:rPr>
              <a:t>P3BL(Project,</a:t>
            </a:r>
            <a:r>
              <a:rPr sz="1400" b="1" spc="-40" dirty="0">
                <a:solidFill>
                  <a:srgbClr val="FFFFFF"/>
                </a:solidFill>
                <a:latin typeface="Malgun Gothic"/>
                <a:cs typeface="Malgun Gothic"/>
              </a:rPr>
              <a:t> </a:t>
            </a:r>
            <a:r>
              <a:rPr sz="1400" b="1" dirty="0">
                <a:solidFill>
                  <a:srgbClr val="FFFFFF"/>
                </a:solidFill>
                <a:latin typeface="Malgun Gothic"/>
                <a:cs typeface="Malgun Gothic"/>
              </a:rPr>
              <a:t>Problem,</a:t>
            </a:r>
            <a:r>
              <a:rPr sz="1400" b="1" spc="-40" dirty="0">
                <a:solidFill>
                  <a:srgbClr val="FFFFFF"/>
                </a:solidFill>
                <a:latin typeface="Malgun Gothic"/>
                <a:cs typeface="Malgun Gothic"/>
              </a:rPr>
              <a:t> </a:t>
            </a:r>
            <a:r>
              <a:rPr sz="1400" b="1" spc="-10" dirty="0">
                <a:solidFill>
                  <a:srgbClr val="FFFFFF"/>
                </a:solidFill>
                <a:latin typeface="Malgun Gothic"/>
                <a:cs typeface="Malgun Gothic"/>
              </a:rPr>
              <a:t>Prompt-</a:t>
            </a:r>
            <a:r>
              <a:rPr sz="1400" b="1" dirty="0">
                <a:solidFill>
                  <a:srgbClr val="FFFFFF"/>
                </a:solidFill>
                <a:latin typeface="Malgun Gothic"/>
                <a:cs typeface="Malgun Gothic"/>
              </a:rPr>
              <a:t>based</a:t>
            </a:r>
            <a:r>
              <a:rPr sz="1400" b="1" spc="-35" dirty="0">
                <a:solidFill>
                  <a:srgbClr val="FFFFFF"/>
                </a:solidFill>
                <a:latin typeface="Malgun Gothic"/>
                <a:cs typeface="Malgun Gothic"/>
              </a:rPr>
              <a:t> </a:t>
            </a:r>
            <a:r>
              <a:rPr sz="1400" b="1" spc="-10" dirty="0">
                <a:solidFill>
                  <a:srgbClr val="FFFFFF"/>
                </a:solidFill>
                <a:latin typeface="Malgun Gothic"/>
                <a:cs typeface="Malgun Gothic"/>
              </a:rPr>
              <a:t>Learning)</a:t>
            </a:r>
            <a:endParaRPr lang="en-US" sz="1400" spc="-10" dirty="0">
              <a:latin typeface="Malgun Gothic"/>
              <a:cs typeface="Malgun Gothic"/>
            </a:endParaRPr>
          </a:p>
          <a:p>
            <a:pPr marL="12700">
              <a:lnSpc>
                <a:spcPct val="100000"/>
              </a:lnSpc>
              <a:spcBef>
                <a:spcPts val="970"/>
              </a:spcBef>
              <a:buClr>
                <a:srgbClr val="C00000"/>
              </a:buClr>
              <a:tabLst>
                <a:tab pos="298450" algn="l"/>
              </a:tabLst>
            </a:pPr>
            <a:r>
              <a:rPr lang="en-US" sz="1400" b="1" spc="-10" dirty="0">
                <a:solidFill>
                  <a:srgbClr val="FFFFFF"/>
                </a:solidFill>
                <a:latin typeface="Malgun Gothic"/>
                <a:cs typeface="Malgun Gothic"/>
              </a:rPr>
              <a:t>     </a:t>
            </a:r>
            <a:r>
              <a:rPr sz="1400" b="1" dirty="0" err="1">
                <a:solidFill>
                  <a:srgbClr val="FFFFFF"/>
                </a:solidFill>
                <a:latin typeface="Malgun Gothic"/>
                <a:cs typeface="Malgun Gothic"/>
              </a:rPr>
              <a:t>기존</a:t>
            </a:r>
            <a:r>
              <a:rPr sz="1400" b="1" spc="-65" dirty="0">
                <a:solidFill>
                  <a:srgbClr val="FFFFFF"/>
                </a:solidFill>
                <a:latin typeface="Malgun Gothic"/>
                <a:cs typeface="Malgun Gothic"/>
              </a:rPr>
              <a:t> </a:t>
            </a:r>
            <a:r>
              <a:rPr sz="1400" b="1" dirty="0">
                <a:solidFill>
                  <a:srgbClr val="FFFFFF"/>
                </a:solidFill>
                <a:latin typeface="Malgun Gothic"/>
                <a:cs typeface="Malgun Gothic"/>
              </a:rPr>
              <a:t>Inquiry</a:t>
            </a:r>
            <a:r>
              <a:rPr sz="1400" b="1" spc="-65" dirty="0">
                <a:solidFill>
                  <a:srgbClr val="FFFFFF"/>
                </a:solidFill>
                <a:latin typeface="Malgun Gothic"/>
                <a:cs typeface="Malgun Gothic"/>
              </a:rPr>
              <a:t> </a:t>
            </a:r>
            <a:r>
              <a:rPr sz="1400" b="1" dirty="0">
                <a:solidFill>
                  <a:srgbClr val="FFFFFF"/>
                </a:solidFill>
                <a:latin typeface="Malgun Gothic"/>
                <a:cs typeface="Malgun Gothic"/>
              </a:rPr>
              <a:t>based</a:t>
            </a:r>
            <a:r>
              <a:rPr sz="1400" b="1" spc="-45" dirty="0">
                <a:solidFill>
                  <a:srgbClr val="FFFFFF"/>
                </a:solidFill>
                <a:latin typeface="Malgun Gothic"/>
                <a:cs typeface="Malgun Gothic"/>
              </a:rPr>
              <a:t> </a:t>
            </a:r>
            <a:r>
              <a:rPr sz="1400" b="1" dirty="0">
                <a:solidFill>
                  <a:srgbClr val="FFFFFF"/>
                </a:solidFill>
                <a:latin typeface="Malgun Gothic"/>
                <a:cs typeface="Malgun Gothic"/>
              </a:rPr>
              <a:t>Learning</a:t>
            </a:r>
            <a:r>
              <a:rPr sz="1400" b="1" spc="30" dirty="0">
                <a:solidFill>
                  <a:srgbClr val="FFFFFF"/>
                </a:solidFill>
                <a:latin typeface="Malgun Gothic"/>
                <a:cs typeface="Malgun Gothic"/>
              </a:rPr>
              <a:t> </a:t>
            </a:r>
            <a:r>
              <a:rPr sz="1400" b="1" dirty="0">
                <a:solidFill>
                  <a:srgbClr val="FFFFFF"/>
                </a:solidFill>
                <a:latin typeface="Malgun Gothic"/>
                <a:cs typeface="Malgun Gothic"/>
              </a:rPr>
              <a:t>+</a:t>
            </a:r>
            <a:r>
              <a:rPr sz="1400" b="1" spc="-25" dirty="0">
                <a:solidFill>
                  <a:srgbClr val="FFFFFF"/>
                </a:solidFill>
                <a:latin typeface="Malgun Gothic"/>
                <a:cs typeface="Malgun Gothic"/>
              </a:rPr>
              <a:t> </a:t>
            </a:r>
            <a:r>
              <a:rPr sz="1400" b="1" dirty="0">
                <a:solidFill>
                  <a:srgbClr val="FFFFFF"/>
                </a:solidFill>
                <a:latin typeface="Malgun Gothic"/>
                <a:cs typeface="Malgun Gothic"/>
              </a:rPr>
              <a:t>Prompt</a:t>
            </a:r>
            <a:r>
              <a:rPr sz="1400" b="1" spc="-75" dirty="0">
                <a:solidFill>
                  <a:srgbClr val="FFFFFF"/>
                </a:solidFill>
                <a:latin typeface="Malgun Gothic"/>
                <a:cs typeface="Malgun Gothic"/>
              </a:rPr>
              <a:t> </a:t>
            </a:r>
            <a:r>
              <a:rPr sz="1400" b="1" dirty="0">
                <a:solidFill>
                  <a:srgbClr val="FFFFFF"/>
                </a:solidFill>
                <a:latin typeface="Malgun Gothic"/>
                <a:cs typeface="Malgun Gothic"/>
              </a:rPr>
              <a:t>based</a:t>
            </a:r>
            <a:r>
              <a:rPr sz="1400" b="1" spc="-45" dirty="0">
                <a:solidFill>
                  <a:srgbClr val="FFFFFF"/>
                </a:solidFill>
                <a:latin typeface="Malgun Gothic"/>
                <a:cs typeface="Malgun Gothic"/>
              </a:rPr>
              <a:t> </a:t>
            </a:r>
            <a:r>
              <a:rPr sz="1400" b="1" spc="-10" dirty="0">
                <a:solidFill>
                  <a:srgbClr val="FFFFFF"/>
                </a:solidFill>
                <a:latin typeface="Malgun Gothic"/>
                <a:cs typeface="Malgun Gothic"/>
              </a:rPr>
              <a:t>Learning</a:t>
            </a:r>
            <a:endParaRPr sz="1400" dirty="0">
              <a:latin typeface="Malgun Gothic"/>
              <a:cs typeface="Malgun Gothic"/>
            </a:endParaRPr>
          </a:p>
          <a:p>
            <a:pPr marL="298450" indent="-285750">
              <a:lnSpc>
                <a:spcPct val="100000"/>
              </a:lnSpc>
              <a:spcBef>
                <a:spcPts val="800"/>
              </a:spcBef>
              <a:buClr>
                <a:srgbClr val="C00000"/>
              </a:buClr>
              <a:buFont typeface="Wingdings"/>
              <a:buChar char=""/>
              <a:tabLst>
                <a:tab pos="298450" algn="l"/>
              </a:tabLst>
            </a:pPr>
            <a:r>
              <a:rPr sz="1400" b="1" dirty="0">
                <a:solidFill>
                  <a:srgbClr val="FFFFFF"/>
                </a:solidFill>
                <a:latin typeface="Malgun Gothic"/>
                <a:cs typeface="Malgun Gothic"/>
              </a:rPr>
              <a:t>P3BL</a:t>
            </a:r>
            <a:r>
              <a:rPr sz="1400" b="1" spc="-45" dirty="0">
                <a:solidFill>
                  <a:srgbClr val="FFFFFF"/>
                </a:solidFill>
                <a:latin typeface="Malgun Gothic"/>
                <a:cs typeface="Malgun Gothic"/>
              </a:rPr>
              <a:t> </a:t>
            </a:r>
            <a:r>
              <a:rPr sz="1400" b="1" dirty="0">
                <a:solidFill>
                  <a:srgbClr val="FFFFFF"/>
                </a:solidFill>
                <a:latin typeface="Malgun Gothic"/>
                <a:cs typeface="Malgun Gothic"/>
              </a:rPr>
              <a:t>학습지원을</a:t>
            </a:r>
            <a:r>
              <a:rPr sz="1400" b="1" spc="-75" dirty="0">
                <a:solidFill>
                  <a:srgbClr val="FFFFFF"/>
                </a:solidFill>
                <a:latin typeface="Malgun Gothic"/>
                <a:cs typeface="Malgun Gothic"/>
              </a:rPr>
              <a:t> </a:t>
            </a:r>
            <a:r>
              <a:rPr sz="1400" b="1" dirty="0">
                <a:solidFill>
                  <a:srgbClr val="FFFFFF"/>
                </a:solidFill>
                <a:latin typeface="Malgun Gothic"/>
                <a:cs typeface="Malgun Gothic"/>
              </a:rPr>
              <a:t>위한</a:t>
            </a:r>
            <a:r>
              <a:rPr sz="1400" b="1" spc="-80" dirty="0">
                <a:solidFill>
                  <a:srgbClr val="FFFFFF"/>
                </a:solidFill>
                <a:latin typeface="Malgun Gothic"/>
                <a:cs typeface="Malgun Gothic"/>
              </a:rPr>
              <a:t> </a:t>
            </a:r>
            <a:r>
              <a:rPr sz="1400" b="1" dirty="0">
                <a:solidFill>
                  <a:srgbClr val="FFFFFF"/>
                </a:solidFill>
                <a:latin typeface="Malgun Gothic"/>
                <a:cs typeface="Malgun Gothic"/>
              </a:rPr>
              <a:t>자체개발</a:t>
            </a:r>
            <a:r>
              <a:rPr sz="1400" b="1" spc="-60" dirty="0">
                <a:solidFill>
                  <a:srgbClr val="FFFFFF"/>
                </a:solidFill>
                <a:latin typeface="Malgun Gothic"/>
                <a:cs typeface="Malgun Gothic"/>
              </a:rPr>
              <a:t> </a:t>
            </a:r>
            <a:r>
              <a:rPr sz="1400" b="1" dirty="0">
                <a:solidFill>
                  <a:srgbClr val="FFFFFF"/>
                </a:solidFill>
                <a:latin typeface="Malgun Gothic"/>
                <a:cs typeface="Malgun Gothic"/>
              </a:rPr>
              <a:t>ELP(Evolvable</a:t>
            </a:r>
            <a:r>
              <a:rPr sz="1400" b="1" spc="-35" dirty="0">
                <a:solidFill>
                  <a:srgbClr val="FFFFFF"/>
                </a:solidFill>
                <a:latin typeface="Malgun Gothic"/>
                <a:cs typeface="Malgun Gothic"/>
              </a:rPr>
              <a:t> </a:t>
            </a:r>
            <a:r>
              <a:rPr sz="1400" b="1" dirty="0">
                <a:solidFill>
                  <a:srgbClr val="FFFFFF"/>
                </a:solidFill>
                <a:latin typeface="Malgun Gothic"/>
                <a:cs typeface="Malgun Gothic"/>
              </a:rPr>
              <a:t>Learning</a:t>
            </a:r>
            <a:r>
              <a:rPr sz="1400" b="1" spc="5" dirty="0">
                <a:solidFill>
                  <a:srgbClr val="FFFFFF"/>
                </a:solidFill>
                <a:latin typeface="Malgun Gothic"/>
                <a:cs typeface="Malgun Gothic"/>
              </a:rPr>
              <a:t> </a:t>
            </a:r>
            <a:r>
              <a:rPr sz="1400" b="1" spc="-10" dirty="0">
                <a:solidFill>
                  <a:srgbClr val="FFFFFF"/>
                </a:solidFill>
                <a:latin typeface="Malgun Gothic"/>
                <a:cs typeface="Malgun Gothic"/>
              </a:rPr>
              <a:t>Platform)</a:t>
            </a:r>
            <a:endParaRPr sz="1400" dirty="0">
              <a:latin typeface="Malgun Gothic"/>
              <a:cs typeface="Malgun Gothic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/>
              <a:t>메타인지</a:t>
            </a:r>
            <a:r>
              <a:rPr spc="-40" dirty="0"/>
              <a:t> </a:t>
            </a:r>
            <a:r>
              <a:rPr dirty="0"/>
              <a:t>향상을</a:t>
            </a:r>
            <a:r>
              <a:rPr spc="-10" dirty="0"/>
              <a:t> </a:t>
            </a:r>
            <a:r>
              <a:rPr dirty="0"/>
              <a:t>위한</a:t>
            </a:r>
            <a:r>
              <a:rPr spc="-55" dirty="0"/>
              <a:t> </a:t>
            </a:r>
            <a:r>
              <a:rPr dirty="0"/>
              <a:t>P3BL</a:t>
            </a:r>
            <a:r>
              <a:rPr spc="-30" dirty="0"/>
              <a:t> </a:t>
            </a:r>
            <a:r>
              <a:rPr dirty="0"/>
              <a:t>학습법과</a:t>
            </a:r>
            <a:r>
              <a:rPr spc="-30" dirty="0"/>
              <a:t> </a:t>
            </a:r>
            <a:r>
              <a:rPr spc="-25" dirty="0"/>
              <a:t>ELP</a:t>
            </a: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00125" y="1695450"/>
            <a:ext cx="7439025" cy="3095625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05092" y="94868"/>
            <a:ext cx="5490845" cy="324448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5875">
              <a:lnSpc>
                <a:spcPct val="100000"/>
              </a:lnSpc>
              <a:spcBef>
                <a:spcPts val="130"/>
              </a:spcBef>
            </a:pPr>
            <a:r>
              <a:rPr dirty="0"/>
              <a:t>메타인지</a:t>
            </a:r>
            <a:r>
              <a:rPr spc="-50" dirty="0"/>
              <a:t> </a:t>
            </a:r>
            <a:r>
              <a:rPr dirty="0"/>
              <a:t>AI</a:t>
            </a:r>
            <a:r>
              <a:rPr spc="-35" dirty="0"/>
              <a:t> </a:t>
            </a:r>
            <a:r>
              <a:rPr lang="ko-KR" altLang="en-US" spc="-35" dirty="0" err="1"/>
              <a:t>해커톤</a:t>
            </a:r>
            <a:r>
              <a:rPr lang="ko-KR" altLang="en-US" spc="-35" dirty="0"/>
              <a:t> </a:t>
            </a:r>
            <a:r>
              <a:rPr spc="-35" dirty="0" err="1"/>
              <a:t>목적</a:t>
            </a:r>
            <a:endParaRPr spc="-35" dirty="0"/>
          </a:p>
        </p:txBody>
      </p:sp>
      <p:grpSp>
        <p:nvGrpSpPr>
          <p:cNvPr id="3" name="object 3"/>
          <p:cNvGrpSpPr/>
          <p:nvPr/>
        </p:nvGrpSpPr>
        <p:grpSpPr>
          <a:xfrm>
            <a:off x="4021201" y="535051"/>
            <a:ext cx="1111250" cy="739775"/>
            <a:chOff x="4021201" y="535051"/>
            <a:chExt cx="1111250" cy="739775"/>
          </a:xfrm>
        </p:grpSpPr>
        <p:sp>
          <p:nvSpPr>
            <p:cNvPr id="4" name="object 4"/>
            <p:cNvSpPr/>
            <p:nvPr/>
          </p:nvSpPr>
          <p:spPr>
            <a:xfrm>
              <a:off x="4033901" y="547751"/>
              <a:ext cx="1085850" cy="714375"/>
            </a:xfrm>
            <a:custGeom>
              <a:avLst/>
              <a:gdLst/>
              <a:ahLst/>
              <a:cxnLst/>
              <a:rect l="l" t="t" r="r" b="b"/>
              <a:pathLst>
                <a:path w="1085850" h="714375">
                  <a:moveTo>
                    <a:pt x="966724" y="0"/>
                  </a:moveTo>
                  <a:lnTo>
                    <a:pt x="118999" y="0"/>
                  </a:lnTo>
                  <a:lnTo>
                    <a:pt x="72651" y="9342"/>
                  </a:lnTo>
                  <a:lnTo>
                    <a:pt x="34829" y="34829"/>
                  </a:lnTo>
                  <a:lnTo>
                    <a:pt x="9342" y="72651"/>
                  </a:lnTo>
                  <a:lnTo>
                    <a:pt x="0" y="118999"/>
                  </a:lnTo>
                  <a:lnTo>
                    <a:pt x="0" y="595249"/>
                  </a:lnTo>
                  <a:lnTo>
                    <a:pt x="9342" y="641615"/>
                  </a:lnTo>
                  <a:lnTo>
                    <a:pt x="34829" y="679481"/>
                  </a:lnTo>
                  <a:lnTo>
                    <a:pt x="72651" y="705012"/>
                  </a:lnTo>
                  <a:lnTo>
                    <a:pt x="118999" y="714375"/>
                  </a:lnTo>
                  <a:lnTo>
                    <a:pt x="966724" y="714375"/>
                  </a:lnTo>
                  <a:lnTo>
                    <a:pt x="1013090" y="705012"/>
                  </a:lnTo>
                  <a:lnTo>
                    <a:pt x="1050956" y="679481"/>
                  </a:lnTo>
                  <a:lnTo>
                    <a:pt x="1076487" y="641615"/>
                  </a:lnTo>
                  <a:lnTo>
                    <a:pt x="1085850" y="595249"/>
                  </a:lnTo>
                  <a:lnTo>
                    <a:pt x="1085850" y="118999"/>
                  </a:lnTo>
                  <a:lnTo>
                    <a:pt x="1076487" y="72651"/>
                  </a:lnTo>
                  <a:lnTo>
                    <a:pt x="1050956" y="34829"/>
                  </a:lnTo>
                  <a:lnTo>
                    <a:pt x="1013090" y="9342"/>
                  </a:lnTo>
                  <a:lnTo>
                    <a:pt x="966724" y="0"/>
                  </a:lnTo>
                  <a:close/>
                </a:path>
              </a:pathLst>
            </a:custGeom>
            <a:solidFill>
              <a:srgbClr val="B5C4F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4033901" y="547751"/>
              <a:ext cx="1085850" cy="714375"/>
            </a:xfrm>
            <a:custGeom>
              <a:avLst/>
              <a:gdLst/>
              <a:ahLst/>
              <a:cxnLst/>
              <a:rect l="l" t="t" r="r" b="b"/>
              <a:pathLst>
                <a:path w="1085850" h="714375">
                  <a:moveTo>
                    <a:pt x="0" y="118999"/>
                  </a:moveTo>
                  <a:lnTo>
                    <a:pt x="9342" y="72651"/>
                  </a:lnTo>
                  <a:lnTo>
                    <a:pt x="34829" y="34829"/>
                  </a:lnTo>
                  <a:lnTo>
                    <a:pt x="72651" y="9342"/>
                  </a:lnTo>
                  <a:lnTo>
                    <a:pt x="118999" y="0"/>
                  </a:lnTo>
                  <a:lnTo>
                    <a:pt x="966724" y="0"/>
                  </a:lnTo>
                  <a:lnTo>
                    <a:pt x="1013090" y="9342"/>
                  </a:lnTo>
                  <a:lnTo>
                    <a:pt x="1050956" y="34829"/>
                  </a:lnTo>
                  <a:lnTo>
                    <a:pt x="1076487" y="72651"/>
                  </a:lnTo>
                  <a:lnTo>
                    <a:pt x="1085850" y="118999"/>
                  </a:lnTo>
                  <a:lnTo>
                    <a:pt x="1085850" y="595249"/>
                  </a:lnTo>
                  <a:lnTo>
                    <a:pt x="1076487" y="641615"/>
                  </a:lnTo>
                  <a:lnTo>
                    <a:pt x="1050956" y="679481"/>
                  </a:lnTo>
                  <a:lnTo>
                    <a:pt x="1013090" y="705012"/>
                  </a:lnTo>
                  <a:lnTo>
                    <a:pt x="966724" y="714375"/>
                  </a:lnTo>
                  <a:lnTo>
                    <a:pt x="118999" y="714375"/>
                  </a:lnTo>
                  <a:lnTo>
                    <a:pt x="72651" y="705012"/>
                  </a:lnTo>
                  <a:lnTo>
                    <a:pt x="34829" y="679481"/>
                  </a:lnTo>
                  <a:lnTo>
                    <a:pt x="9342" y="641615"/>
                  </a:lnTo>
                  <a:lnTo>
                    <a:pt x="0" y="595249"/>
                  </a:lnTo>
                  <a:lnTo>
                    <a:pt x="0" y="118999"/>
                  </a:lnTo>
                  <a:close/>
                </a:path>
              </a:pathLst>
            </a:custGeom>
            <a:ln w="25400">
              <a:solidFill>
                <a:srgbClr val="4A6DF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/>
          <p:nvPr/>
        </p:nvSpPr>
        <p:spPr>
          <a:xfrm>
            <a:off x="4090289" y="697233"/>
            <a:ext cx="973455" cy="361315"/>
          </a:xfrm>
          <a:prstGeom prst="rect">
            <a:avLst/>
          </a:prstGeom>
        </p:spPr>
        <p:txBody>
          <a:bodyPr vert="horz" wrap="square" lIns="0" tIns="5016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395"/>
              </a:spcBef>
            </a:pPr>
            <a:r>
              <a:rPr sz="900" b="1" u="sng" dirty="0">
                <a:solidFill>
                  <a:srgbClr val="181D2F"/>
                </a:solidFill>
                <a:uFill>
                  <a:solidFill>
                    <a:srgbClr val="181D2F"/>
                  </a:solidFill>
                </a:uFill>
                <a:latin typeface="Malgun Gothic"/>
                <a:cs typeface="Malgun Gothic"/>
              </a:rPr>
              <a:t>메타인지의</a:t>
            </a:r>
            <a:r>
              <a:rPr sz="900" b="1" u="sng" spc="-75" dirty="0">
                <a:solidFill>
                  <a:srgbClr val="181D2F"/>
                </a:solidFill>
                <a:uFill>
                  <a:solidFill>
                    <a:srgbClr val="181D2F"/>
                  </a:solidFill>
                </a:uFill>
                <a:latin typeface="Malgun Gothic"/>
                <a:cs typeface="Malgun Gothic"/>
              </a:rPr>
              <a:t> </a:t>
            </a:r>
            <a:r>
              <a:rPr sz="900" b="1" u="sng" spc="-25" dirty="0">
                <a:solidFill>
                  <a:srgbClr val="181D2F"/>
                </a:solidFill>
                <a:uFill>
                  <a:solidFill>
                    <a:srgbClr val="181D2F"/>
                  </a:solidFill>
                </a:uFill>
                <a:latin typeface="Malgun Gothic"/>
                <a:cs typeface="Malgun Gothic"/>
              </a:rPr>
              <a:t>중요성</a:t>
            </a:r>
            <a:endParaRPr sz="900" dirty="0">
              <a:latin typeface="Malgun Gothic"/>
              <a:cs typeface="Malgun Gothic"/>
            </a:endParaRPr>
          </a:p>
          <a:p>
            <a:pPr marL="5715" algn="ctr">
              <a:lnSpc>
                <a:spcPct val="100000"/>
              </a:lnSpc>
              <a:spcBef>
                <a:spcPts val="300"/>
              </a:spcBef>
            </a:pPr>
            <a:r>
              <a:rPr sz="800" b="1" spc="-25" dirty="0">
                <a:solidFill>
                  <a:srgbClr val="181D2F"/>
                </a:solidFill>
                <a:latin typeface="Malgun Gothic"/>
                <a:cs typeface="Malgun Gothic"/>
              </a:rPr>
              <a:t>인식</a:t>
            </a:r>
            <a:endParaRPr sz="800" dirty="0">
              <a:latin typeface="Malgun Gothic"/>
              <a:cs typeface="Malgun Gothic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5124005" y="989647"/>
            <a:ext cx="1466215" cy="1114425"/>
            <a:chOff x="5124005" y="989647"/>
            <a:chExt cx="1466215" cy="1114425"/>
          </a:xfrm>
        </p:grpSpPr>
        <p:sp>
          <p:nvSpPr>
            <p:cNvPr id="8" name="object 8"/>
            <p:cNvSpPr/>
            <p:nvPr/>
          </p:nvSpPr>
          <p:spPr>
            <a:xfrm>
              <a:off x="5128767" y="994410"/>
              <a:ext cx="616585" cy="382270"/>
            </a:xfrm>
            <a:custGeom>
              <a:avLst/>
              <a:gdLst/>
              <a:ahLst/>
              <a:cxnLst/>
              <a:rect l="l" t="t" r="r" b="b"/>
              <a:pathLst>
                <a:path w="616585" h="382269">
                  <a:moveTo>
                    <a:pt x="0" y="0"/>
                  </a:moveTo>
                  <a:lnTo>
                    <a:pt x="45898" y="16837"/>
                  </a:lnTo>
                  <a:lnTo>
                    <a:pt x="91221" y="34979"/>
                  </a:lnTo>
                  <a:lnTo>
                    <a:pt x="135943" y="54410"/>
                  </a:lnTo>
                  <a:lnTo>
                    <a:pt x="180037" y="75114"/>
                  </a:lnTo>
                  <a:lnTo>
                    <a:pt x="223477" y="97075"/>
                  </a:lnTo>
                  <a:lnTo>
                    <a:pt x="266236" y="120276"/>
                  </a:lnTo>
                  <a:lnTo>
                    <a:pt x="308288" y="144701"/>
                  </a:lnTo>
                  <a:lnTo>
                    <a:pt x="349606" y="170336"/>
                  </a:lnTo>
                  <a:lnTo>
                    <a:pt x="390165" y="197162"/>
                  </a:lnTo>
                  <a:lnTo>
                    <a:pt x="429937" y="225166"/>
                  </a:lnTo>
                  <a:lnTo>
                    <a:pt x="468896" y="254330"/>
                  </a:lnTo>
                  <a:lnTo>
                    <a:pt x="507016" y="284638"/>
                  </a:lnTo>
                  <a:lnTo>
                    <a:pt x="544270" y="316075"/>
                  </a:lnTo>
                  <a:lnTo>
                    <a:pt x="580633" y="348624"/>
                  </a:lnTo>
                  <a:lnTo>
                    <a:pt x="616077" y="382269"/>
                  </a:lnTo>
                </a:path>
              </a:pathLst>
            </a:custGeom>
            <a:ln w="9525">
              <a:solidFill>
                <a:srgbClr val="B5C4F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5481700" y="1385951"/>
              <a:ext cx="1095375" cy="704850"/>
            </a:xfrm>
            <a:custGeom>
              <a:avLst/>
              <a:gdLst/>
              <a:ahLst/>
              <a:cxnLst/>
              <a:rect l="l" t="t" r="r" b="b"/>
              <a:pathLst>
                <a:path w="1095375" h="704850">
                  <a:moveTo>
                    <a:pt x="977773" y="0"/>
                  </a:moveTo>
                  <a:lnTo>
                    <a:pt x="117475" y="0"/>
                  </a:lnTo>
                  <a:lnTo>
                    <a:pt x="71741" y="9229"/>
                  </a:lnTo>
                  <a:lnTo>
                    <a:pt x="34401" y="34401"/>
                  </a:lnTo>
                  <a:lnTo>
                    <a:pt x="9229" y="71741"/>
                  </a:lnTo>
                  <a:lnTo>
                    <a:pt x="0" y="117475"/>
                  </a:lnTo>
                  <a:lnTo>
                    <a:pt x="0" y="587248"/>
                  </a:lnTo>
                  <a:lnTo>
                    <a:pt x="9229" y="633001"/>
                  </a:lnTo>
                  <a:lnTo>
                    <a:pt x="34401" y="670385"/>
                  </a:lnTo>
                  <a:lnTo>
                    <a:pt x="71741" y="695600"/>
                  </a:lnTo>
                  <a:lnTo>
                    <a:pt x="117475" y="704850"/>
                  </a:lnTo>
                  <a:lnTo>
                    <a:pt x="977773" y="704850"/>
                  </a:lnTo>
                  <a:lnTo>
                    <a:pt x="1023526" y="695600"/>
                  </a:lnTo>
                  <a:lnTo>
                    <a:pt x="1060910" y="670385"/>
                  </a:lnTo>
                  <a:lnTo>
                    <a:pt x="1086125" y="633001"/>
                  </a:lnTo>
                  <a:lnTo>
                    <a:pt x="1095375" y="587248"/>
                  </a:lnTo>
                  <a:lnTo>
                    <a:pt x="1095375" y="117475"/>
                  </a:lnTo>
                  <a:lnTo>
                    <a:pt x="1086125" y="71741"/>
                  </a:lnTo>
                  <a:lnTo>
                    <a:pt x="1060910" y="34401"/>
                  </a:lnTo>
                  <a:lnTo>
                    <a:pt x="1023526" y="9229"/>
                  </a:lnTo>
                  <a:lnTo>
                    <a:pt x="977773" y="0"/>
                  </a:lnTo>
                  <a:close/>
                </a:path>
              </a:pathLst>
            </a:custGeom>
            <a:solidFill>
              <a:srgbClr val="B5C4F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5481700" y="1385951"/>
              <a:ext cx="1095375" cy="704850"/>
            </a:xfrm>
            <a:custGeom>
              <a:avLst/>
              <a:gdLst/>
              <a:ahLst/>
              <a:cxnLst/>
              <a:rect l="l" t="t" r="r" b="b"/>
              <a:pathLst>
                <a:path w="1095375" h="704850">
                  <a:moveTo>
                    <a:pt x="0" y="117475"/>
                  </a:moveTo>
                  <a:lnTo>
                    <a:pt x="9229" y="71741"/>
                  </a:lnTo>
                  <a:lnTo>
                    <a:pt x="34401" y="34401"/>
                  </a:lnTo>
                  <a:lnTo>
                    <a:pt x="71741" y="9229"/>
                  </a:lnTo>
                  <a:lnTo>
                    <a:pt x="117475" y="0"/>
                  </a:lnTo>
                  <a:lnTo>
                    <a:pt x="977773" y="0"/>
                  </a:lnTo>
                  <a:lnTo>
                    <a:pt x="1023526" y="9229"/>
                  </a:lnTo>
                  <a:lnTo>
                    <a:pt x="1060910" y="34401"/>
                  </a:lnTo>
                  <a:lnTo>
                    <a:pt x="1086125" y="71741"/>
                  </a:lnTo>
                  <a:lnTo>
                    <a:pt x="1095375" y="117475"/>
                  </a:lnTo>
                  <a:lnTo>
                    <a:pt x="1095375" y="587248"/>
                  </a:lnTo>
                  <a:lnTo>
                    <a:pt x="1086125" y="633001"/>
                  </a:lnTo>
                  <a:lnTo>
                    <a:pt x="1060910" y="670385"/>
                  </a:lnTo>
                  <a:lnTo>
                    <a:pt x="1023526" y="695600"/>
                  </a:lnTo>
                  <a:lnTo>
                    <a:pt x="977773" y="704850"/>
                  </a:lnTo>
                  <a:lnTo>
                    <a:pt x="117475" y="704850"/>
                  </a:lnTo>
                  <a:lnTo>
                    <a:pt x="71741" y="695600"/>
                  </a:lnTo>
                  <a:lnTo>
                    <a:pt x="34401" y="670385"/>
                  </a:lnTo>
                  <a:lnTo>
                    <a:pt x="9229" y="633001"/>
                  </a:lnTo>
                  <a:lnTo>
                    <a:pt x="0" y="587248"/>
                  </a:lnTo>
                  <a:lnTo>
                    <a:pt x="0" y="117475"/>
                  </a:lnTo>
                  <a:close/>
                </a:path>
              </a:pathLst>
            </a:custGeom>
            <a:ln w="25400">
              <a:solidFill>
                <a:srgbClr val="4A6DF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 txBox="1"/>
          <p:nvPr/>
        </p:nvSpPr>
        <p:spPr>
          <a:xfrm>
            <a:off x="5668009" y="1528762"/>
            <a:ext cx="727075" cy="41084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6510">
              <a:lnSpc>
                <a:spcPct val="100000"/>
              </a:lnSpc>
              <a:spcBef>
                <a:spcPts val="100"/>
              </a:spcBef>
            </a:pPr>
            <a:r>
              <a:rPr sz="900" b="1" u="sng" spc="-10" dirty="0">
                <a:solidFill>
                  <a:srgbClr val="181D2F"/>
                </a:solidFill>
                <a:uFill>
                  <a:solidFill>
                    <a:srgbClr val="181D2F"/>
                  </a:solidFill>
                </a:uFill>
                <a:latin typeface="Malgun Gothic"/>
                <a:cs typeface="Malgun Gothic"/>
              </a:rPr>
              <a:t>인공지능과의</a:t>
            </a:r>
            <a:endParaRPr sz="900" dirty="0">
              <a:latin typeface="Malgun Gothic"/>
              <a:cs typeface="Malgun Gothic"/>
            </a:endParaRPr>
          </a:p>
          <a:p>
            <a:pPr marL="12700">
              <a:lnSpc>
                <a:spcPct val="100000"/>
              </a:lnSpc>
              <a:spcBef>
                <a:spcPts val="875"/>
              </a:spcBef>
            </a:pPr>
            <a:r>
              <a:rPr sz="900" b="1" u="sng" dirty="0">
                <a:solidFill>
                  <a:srgbClr val="181D2F"/>
                </a:solidFill>
                <a:uFill>
                  <a:solidFill>
                    <a:srgbClr val="181D2F"/>
                  </a:solidFill>
                </a:uFill>
                <a:latin typeface="Malgun Gothic"/>
                <a:cs typeface="Malgun Gothic"/>
              </a:rPr>
              <a:t>협업</a:t>
            </a:r>
            <a:r>
              <a:rPr sz="900" b="1" spc="-45" dirty="0">
                <a:solidFill>
                  <a:srgbClr val="181D2F"/>
                </a:solidFill>
                <a:latin typeface="Malgun Gothic"/>
                <a:cs typeface="Malgun Gothic"/>
              </a:rPr>
              <a:t> </a:t>
            </a:r>
            <a:r>
              <a:rPr sz="800" b="1" dirty="0">
                <a:solidFill>
                  <a:srgbClr val="181D2F"/>
                </a:solidFill>
                <a:latin typeface="Malgun Gothic"/>
                <a:cs typeface="Malgun Gothic"/>
              </a:rPr>
              <a:t>경험</a:t>
            </a:r>
            <a:r>
              <a:rPr sz="800" b="1" spc="-100" dirty="0">
                <a:solidFill>
                  <a:srgbClr val="181D2F"/>
                </a:solidFill>
                <a:latin typeface="Malgun Gothic"/>
                <a:cs typeface="Malgun Gothic"/>
              </a:rPr>
              <a:t> </a:t>
            </a:r>
            <a:r>
              <a:rPr sz="800" b="1" spc="-25" dirty="0">
                <a:solidFill>
                  <a:srgbClr val="181D2F"/>
                </a:solidFill>
                <a:latin typeface="Malgun Gothic"/>
                <a:cs typeface="Malgun Gothic"/>
              </a:rPr>
              <a:t>축적</a:t>
            </a:r>
            <a:endParaRPr sz="800" dirty="0">
              <a:latin typeface="Malgun Gothic"/>
              <a:cs typeface="Malgun Gothic"/>
            </a:endParaRPr>
          </a:p>
        </p:txBody>
      </p:sp>
      <p:grpSp>
        <p:nvGrpSpPr>
          <p:cNvPr id="12" name="object 12"/>
          <p:cNvGrpSpPr/>
          <p:nvPr/>
        </p:nvGrpSpPr>
        <p:grpSpPr>
          <a:xfrm>
            <a:off x="5469001" y="2097341"/>
            <a:ext cx="1120775" cy="1682750"/>
            <a:chOff x="5469001" y="2097341"/>
            <a:chExt cx="1120775" cy="1682750"/>
          </a:xfrm>
        </p:grpSpPr>
        <p:sp>
          <p:nvSpPr>
            <p:cNvPr id="13" name="object 13"/>
            <p:cNvSpPr/>
            <p:nvPr/>
          </p:nvSpPr>
          <p:spPr>
            <a:xfrm>
              <a:off x="6181344" y="2102104"/>
              <a:ext cx="67945" cy="945515"/>
            </a:xfrm>
            <a:custGeom>
              <a:avLst/>
              <a:gdLst/>
              <a:ahLst/>
              <a:cxnLst/>
              <a:rect l="l" t="t" r="r" b="b"/>
              <a:pathLst>
                <a:path w="67945" h="945514">
                  <a:moveTo>
                    <a:pt x="0" y="0"/>
                  </a:moveTo>
                  <a:lnTo>
                    <a:pt x="13583" y="48864"/>
                  </a:lnTo>
                  <a:lnTo>
                    <a:pt x="25656" y="98020"/>
                  </a:lnTo>
                  <a:lnTo>
                    <a:pt x="36221" y="147432"/>
                  </a:lnTo>
                  <a:lnTo>
                    <a:pt x="45276" y="197066"/>
                  </a:lnTo>
                  <a:lnTo>
                    <a:pt x="52822" y="246889"/>
                  </a:lnTo>
                  <a:lnTo>
                    <a:pt x="58859" y="296866"/>
                  </a:lnTo>
                  <a:lnTo>
                    <a:pt x="63387" y="346962"/>
                  </a:lnTo>
                  <a:lnTo>
                    <a:pt x="66405" y="397144"/>
                  </a:lnTo>
                  <a:lnTo>
                    <a:pt x="67915" y="447378"/>
                  </a:lnTo>
                  <a:lnTo>
                    <a:pt x="67915" y="497628"/>
                  </a:lnTo>
                  <a:lnTo>
                    <a:pt x="66405" y="547862"/>
                  </a:lnTo>
                  <a:lnTo>
                    <a:pt x="63387" y="598044"/>
                  </a:lnTo>
                  <a:lnTo>
                    <a:pt x="58859" y="648140"/>
                  </a:lnTo>
                  <a:lnTo>
                    <a:pt x="52822" y="698117"/>
                  </a:lnTo>
                  <a:lnTo>
                    <a:pt x="45276" y="747940"/>
                  </a:lnTo>
                  <a:lnTo>
                    <a:pt x="36221" y="797574"/>
                  </a:lnTo>
                  <a:lnTo>
                    <a:pt x="25656" y="846986"/>
                  </a:lnTo>
                  <a:lnTo>
                    <a:pt x="13583" y="896142"/>
                  </a:lnTo>
                  <a:lnTo>
                    <a:pt x="0" y="945007"/>
                  </a:lnTo>
                </a:path>
              </a:pathLst>
            </a:custGeom>
            <a:ln w="9525">
              <a:solidFill>
                <a:srgbClr val="B5C4F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5481701" y="3062351"/>
              <a:ext cx="1095375" cy="704850"/>
            </a:xfrm>
            <a:custGeom>
              <a:avLst/>
              <a:gdLst/>
              <a:ahLst/>
              <a:cxnLst/>
              <a:rect l="l" t="t" r="r" b="b"/>
              <a:pathLst>
                <a:path w="1095375" h="704850">
                  <a:moveTo>
                    <a:pt x="977773" y="0"/>
                  </a:moveTo>
                  <a:lnTo>
                    <a:pt x="117475" y="0"/>
                  </a:lnTo>
                  <a:lnTo>
                    <a:pt x="71741" y="9229"/>
                  </a:lnTo>
                  <a:lnTo>
                    <a:pt x="34401" y="34401"/>
                  </a:lnTo>
                  <a:lnTo>
                    <a:pt x="9229" y="71741"/>
                  </a:lnTo>
                  <a:lnTo>
                    <a:pt x="0" y="117475"/>
                  </a:lnTo>
                  <a:lnTo>
                    <a:pt x="0" y="587248"/>
                  </a:lnTo>
                  <a:lnTo>
                    <a:pt x="9229" y="633001"/>
                  </a:lnTo>
                  <a:lnTo>
                    <a:pt x="34401" y="670385"/>
                  </a:lnTo>
                  <a:lnTo>
                    <a:pt x="71741" y="695600"/>
                  </a:lnTo>
                  <a:lnTo>
                    <a:pt x="117475" y="704850"/>
                  </a:lnTo>
                  <a:lnTo>
                    <a:pt x="977773" y="704850"/>
                  </a:lnTo>
                  <a:lnTo>
                    <a:pt x="1023526" y="695600"/>
                  </a:lnTo>
                  <a:lnTo>
                    <a:pt x="1060910" y="670385"/>
                  </a:lnTo>
                  <a:lnTo>
                    <a:pt x="1086125" y="633001"/>
                  </a:lnTo>
                  <a:lnTo>
                    <a:pt x="1095375" y="587248"/>
                  </a:lnTo>
                  <a:lnTo>
                    <a:pt x="1095375" y="117475"/>
                  </a:lnTo>
                  <a:lnTo>
                    <a:pt x="1086125" y="71741"/>
                  </a:lnTo>
                  <a:lnTo>
                    <a:pt x="1060910" y="34401"/>
                  </a:lnTo>
                  <a:lnTo>
                    <a:pt x="1023526" y="9229"/>
                  </a:lnTo>
                  <a:lnTo>
                    <a:pt x="977773" y="0"/>
                  </a:lnTo>
                  <a:close/>
                </a:path>
              </a:pathLst>
            </a:custGeom>
            <a:solidFill>
              <a:srgbClr val="B5C4F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5481701" y="3062351"/>
              <a:ext cx="1095375" cy="704850"/>
            </a:xfrm>
            <a:custGeom>
              <a:avLst/>
              <a:gdLst/>
              <a:ahLst/>
              <a:cxnLst/>
              <a:rect l="l" t="t" r="r" b="b"/>
              <a:pathLst>
                <a:path w="1095375" h="704850">
                  <a:moveTo>
                    <a:pt x="0" y="117475"/>
                  </a:moveTo>
                  <a:lnTo>
                    <a:pt x="9229" y="71741"/>
                  </a:lnTo>
                  <a:lnTo>
                    <a:pt x="34401" y="34401"/>
                  </a:lnTo>
                  <a:lnTo>
                    <a:pt x="71741" y="9229"/>
                  </a:lnTo>
                  <a:lnTo>
                    <a:pt x="117475" y="0"/>
                  </a:lnTo>
                  <a:lnTo>
                    <a:pt x="977773" y="0"/>
                  </a:lnTo>
                  <a:lnTo>
                    <a:pt x="1023526" y="9229"/>
                  </a:lnTo>
                  <a:lnTo>
                    <a:pt x="1060910" y="34401"/>
                  </a:lnTo>
                  <a:lnTo>
                    <a:pt x="1086125" y="71741"/>
                  </a:lnTo>
                  <a:lnTo>
                    <a:pt x="1095375" y="117475"/>
                  </a:lnTo>
                  <a:lnTo>
                    <a:pt x="1095375" y="587248"/>
                  </a:lnTo>
                  <a:lnTo>
                    <a:pt x="1086125" y="633001"/>
                  </a:lnTo>
                  <a:lnTo>
                    <a:pt x="1060910" y="670385"/>
                  </a:lnTo>
                  <a:lnTo>
                    <a:pt x="1023526" y="695600"/>
                  </a:lnTo>
                  <a:lnTo>
                    <a:pt x="977773" y="704850"/>
                  </a:lnTo>
                  <a:lnTo>
                    <a:pt x="117475" y="704850"/>
                  </a:lnTo>
                  <a:lnTo>
                    <a:pt x="71741" y="695600"/>
                  </a:lnTo>
                  <a:lnTo>
                    <a:pt x="34401" y="670385"/>
                  </a:lnTo>
                  <a:lnTo>
                    <a:pt x="9229" y="633001"/>
                  </a:lnTo>
                  <a:lnTo>
                    <a:pt x="0" y="587248"/>
                  </a:lnTo>
                  <a:lnTo>
                    <a:pt x="0" y="117475"/>
                  </a:lnTo>
                  <a:close/>
                </a:path>
              </a:pathLst>
            </a:custGeom>
            <a:ln w="25400">
              <a:solidFill>
                <a:srgbClr val="4A6DF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6" name="object 16"/>
          <p:cNvSpPr txBox="1"/>
          <p:nvPr/>
        </p:nvSpPr>
        <p:spPr>
          <a:xfrm>
            <a:off x="5580634" y="3215322"/>
            <a:ext cx="901700" cy="3505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48895" marR="5080" indent="-36830">
              <a:lnSpc>
                <a:spcPct val="133100"/>
              </a:lnSpc>
              <a:spcBef>
                <a:spcPts val="95"/>
              </a:spcBef>
            </a:pPr>
            <a:r>
              <a:rPr sz="800" b="1" u="sng" dirty="0">
                <a:solidFill>
                  <a:srgbClr val="181D2F"/>
                </a:solidFill>
                <a:uFill>
                  <a:solidFill>
                    <a:srgbClr val="181D2F"/>
                  </a:solidFill>
                </a:uFill>
                <a:latin typeface="Malgun Gothic"/>
                <a:cs typeface="Malgun Gothic"/>
              </a:rPr>
              <a:t>인공지능</a:t>
            </a:r>
            <a:r>
              <a:rPr sz="800" b="1" u="sng" spc="-60" dirty="0">
                <a:solidFill>
                  <a:srgbClr val="181D2F"/>
                </a:solidFill>
                <a:uFill>
                  <a:solidFill>
                    <a:srgbClr val="181D2F"/>
                  </a:solidFill>
                </a:uFill>
                <a:latin typeface="Malgun Gothic"/>
                <a:cs typeface="Malgun Gothic"/>
              </a:rPr>
              <a:t> </a:t>
            </a:r>
            <a:r>
              <a:rPr sz="800" b="1" u="sng" dirty="0">
                <a:solidFill>
                  <a:srgbClr val="181D2F"/>
                </a:solidFill>
                <a:uFill>
                  <a:solidFill>
                    <a:srgbClr val="181D2F"/>
                  </a:solidFill>
                </a:uFill>
                <a:latin typeface="Malgun Gothic"/>
                <a:cs typeface="Malgun Gothic"/>
              </a:rPr>
              <a:t>오류</a:t>
            </a:r>
            <a:r>
              <a:rPr sz="800" b="1" u="sng" spc="-90" dirty="0">
                <a:solidFill>
                  <a:srgbClr val="181D2F"/>
                </a:solidFill>
                <a:uFill>
                  <a:solidFill>
                    <a:srgbClr val="181D2F"/>
                  </a:solidFill>
                </a:uFill>
                <a:latin typeface="Malgun Gothic"/>
                <a:cs typeface="Malgun Gothic"/>
              </a:rPr>
              <a:t> </a:t>
            </a:r>
            <a:r>
              <a:rPr sz="800" b="1" u="sng" spc="-25" dirty="0">
                <a:solidFill>
                  <a:srgbClr val="181D2F"/>
                </a:solidFill>
                <a:uFill>
                  <a:solidFill>
                    <a:srgbClr val="181D2F"/>
                  </a:solidFill>
                </a:uFill>
                <a:latin typeface="Malgun Gothic"/>
                <a:cs typeface="Malgun Gothic"/>
              </a:rPr>
              <a:t>인식</a:t>
            </a:r>
            <a:r>
              <a:rPr sz="800" b="1" spc="-25" dirty="0">
                <a:solidFill>
                  <a:srgbClr val="181D2F"/>
                </a:solidFill>
                <a:latin typeface="Malgun Gothic"/>
                <a:cs typeface="Malgun Gothic"/>
              </a:rPr>
              <a:t> </a:t>
            </a:r>
            <a:r>
              <a:rPr sz="800" b="1" u="sng" dirty="0">
                <a:solidFill>
                  <a:srgbClr val="181D2F"/>
                </a:solidFill>
                <a:uFill>
                  <a:solidFill>
                    <a:srgbClr val="181D2F"/>
                  </a:solidFill>
                </a:uFill>
                <a:latin typeface="Malgun Gothic"/>
                <a:cs typeface="Malgun Gothic"/>
              </a:rPr>
              <a:t>및</a:t>
            </a:r>
            <a:r>
              <a:rPr sz="800" b="1" u="sng" spc="-55" dirty="0">
                <a:solidFill>
                  <a:srgbClr val="181D2F"/>
                </a:solidFill>
                <a:uFill>
                  <a:solidFill>
                    <a:srgbClr val="181D2F"/>
                  </a:solidFill>
                </a:uFill>
                <a:latin typeface="Malgun Gothic"/>
                <a:cs typeface="Malgun Gothic"/>
              </a:rPr>
              <a:t> </a:t>
            </a:r>
            <a:r>
              <a:rPr sz="800" b="1" u="sng" dirty="0">
                <a:solidFill>
                  <a:srgbClr val="181D2F"/>
                </a:solidFill>
                <a:uFill>
                  <a:solidFill>
                    <a:srgbClr val="181D2F"/>
                  </a:solidFill>
                </a:uFill>
                <a:latin typeface="Malgun Gothic"/>
                <a:cs typeface="Malgun Gothic"/>
              </a:rPr>
              <a:t>수정</a:t>
            </a:r>
            <a:r>
              <a:rPr sz="800" b="1" u="sng" spc="-75" dirty="0">
                <a:solidFill>
                  <a:srgbClr val="181D2F"/>
                </a:solidFill>
                <a:uFill>
                  <a:solidFill>
                    <a:srgbClr val="181D2F"/>
                  </a:solidFill>
                </a:uFill>
                <a:latin typeface="Malgun Gothic"/>
                <a:cs typeface="Malgun Gothic"/>
              </a:rPr>
              <a:t> </a:t>
            </a:r>
            <a:r>
              <a:rPr sz="800" b="1" u="sng" dirty="0">
                <a:solidFill>
                  <a:srgbClr val="181D2F"/>
                </a:solidFill>
                <a:uFill>
                  <a:solidFill>
                    <a:srgbClr val="181D2F"/>
                  </a:solidFill>
                </a:uFill>
                <a:latin typeface="Malgun Gothic"/>
                <a:cs typeface="Malgun Gothic"/>
              </a:rPr>
              <a:t>능력</a:t>
            </a:r>
            <a:r>
              <a:rPr sz="800" b="1" spc="-75" dirty="0">
                <a:solidFill>
                  <a:srgbClr val="181D2F"/>
                </a:solidFill>
                <a:latin typeface="Malgun Gothic"/>
                <a:cs typeface="Malgun Gothic"/>
              </a:rPr>
              <a:t> </a:t>
            </a:r>
            <a:r>
              <a:rPr sz="800" b="1" spc="-25" dirty="0">
                <a:solidFill>
                  <a:srgbClr val="181D2F"/>
                </a:solidFill>
                <a:latin typeface="Malgun Gothic"/>
                <a:cs typeface="Malgun Gothic"/>
              </a:rPr>
              <a:t>개발</a:t>
            </a:r>
            <a:endParaRPr sz="800">
              <a:latin typeface="Malgun Gothic"/>
              <a:cs typeface="Malgun Gothic"/>
            </a:endParaRPr>
          </a:p>
        </p:txBody>
      </p:sp>
      <p:grpSp>
        <p:nvGrpSpPr>
          <p:cNvPr id="17" name="object 17"/>
          <p:cNvGrpSpPr/>
          <p:nvPr/>
        </p:nvGrpSpPr>
        <p:grpSpPr>
          <a:xfrm>
            <a:off x="4021201" y="3767772"/>
            <a:ext cx="1728470" cy="850265"/>
            <a:chOff x="4021201" y="3767772"/>
            <a:chExt cx="1728470" cy="850265"/>
          </a:xfrm>
        </p:grpSpPr>
        <p:sp>
          <p:nvSpPr>
            <p:cNvPr id="18" name="object 18"/>
            <p:cNvSpPr/>
            <p:nvPr/>
          </p:nvSpPr>
          <p:spPr>
            <a:xfrm>
              <a:off x="5128768" y="3772534"/>
              <a:ext cx="616585" cy="382905"/>
            </a:xfrm>
            <a:custGeom>
              <a:avLst/>
              <a:gdLst/>
              <a:ahLst/>
              <a:cxnLst/>
              <a:rect l="l" t="t" r="r" b="b"/>
              <a:pathLst>
                <a:path w="616585" h="382904">
                  <a:moveTo>
                    <a:pt x="616077" y="0"/>
                  </a:moveTo>
                  <a:lnTo>
                    <a:pt x="580633" y="33646"/>
                  </a:lnTo>
                  <a:lnTo>
                    <a:pt x="544270" y="66197"/>
                  </a:lnTo>
                  <a:lnTo>
                    <a:pt x="507016" y="97638"/>
                  </a:lnTo>
                  <a:lnTo>
                    <a:pt x="468896" y="127951"/>
                  </a:lnTo>
                  <a:lnTo>
                    <a:pt x="429937" y="157120"/>
                  </a:lnTo>
                  <a:lnTo>
                    <a:pt x="390165" y="185130"/>
                  </a:lnTo>
                  <a:lnTo>
                    <a:pt x="349606" y="211963"/>
                  </a:lnTo>
                  <a:lnTo>
                    <a:pt x="308288" y="237605"/>
                  </a:lnTo>
                  <a:lnTo>
                    <a:pt x="266236" y="262037"/>
                  </a:lnTo>
                  <a:lnTo>
                    <a:pt x="223477" y="285245"/>
                  </a:lnTo>
                  <a:lnTo>
                    <a:pt x="180037" y="307212"/>
                  </a:lnTo>
                  <a:lnTo>
                    <a:pt x="135943" y="327922"/>
                  </a:lnTo>
                  <a:lnTo>
                    <a:pt x="91221" y="347358"/>
                  </a:lnTo>
                  <a:lnTo>
                    <a:pt x="45898" y="365505"/>
                  </a:lnTo>
                  <a:lnTo>
                    <a:pt x="0" y="382346"/>
                  </a:lnTo>
                </a:path>
              </a:pathLst>
            </a:custGeom>
            <a:ln w="9525">
              <a:solidFill>
                <a:srgbClr val="B5C4F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4033901" y="3890962"/>
              <a:ext cx="1085850" cy="714375"/>
            </a:xfrm>
            <a:custGeom>
              <a:avLst/>
              <a:gdLst/>
              <a:ahLst/>
              <a:cxnLst/>
              <a:rect l="l" t="t" r="r" b="b"/>
              <a:pathLst>
                <a:path w="1085850" h="714375">
                  <a:moveTo>
                    <a:pt x="966724" y="0"/>
                  </a:moveTo>
                  <a:lnTo>
                    <a:pt x="118999" y="0"/>
                  </a:lnTo>
                  <a:lnTo>
                    <a:pt x="72651" y="9355"/>
                  </a:lnTo>
                  <a:lnTo>
                    <a:pt x="34829" y="34871"/>
                  </a:lnTo>
                  <a:lnTo>
                    <a:pt x="9342" y="72716"/>
                  </a:lnTo>
                  <a:lnTo>
                    <a:pt x="0" y="119062"/>
                  </a:lnTo>
                  <a:lnTo>
                    <a:pt x="0" y="595312"/>
                  </a:lnTo>
                  <a:lnTo>
                    <a:pt x="9342" y="641658"/>
                  </a:lnTo>
                  <a:lnTo>
                    <a:pt x="34829" y="679503"/>
                  </a:lnTo>
                  <a:lnTo>
                    <a:pt x="72651" y="705019"/>
                  </a:lnTo>
                  <a:lnTo>
                    <a:pt x="118999" y="714375"/>
                  </a:lnTo>
                  <a:lnTo>
                    <a:pt x="966724" y="714375"/>
                  </a:lnTo>
                  <a:lnTo>
                    <a:pt x="1013090" y="705019"/>
                  </a:lnTo>
                  <a:lnTo>
                    <a:pt x="1050956" y="679503"/>
                  </a:lnTo>
                  <a:lnTo>
                    <a:pt x="1076487" y="641658"/>
                  </a:lnTo>
                  <a:lnTo>
                    <a:pt x="1085850" y="595312"/>
                  </a:lnTo>
                  <a:lnTo>
                    <a:pt x="1085850" y="119062"/>
                  </a:lnTo>
                  <a:lnTo>
                    <a:pt x="1076487" y="72716"/>
                  </a:lnTo>
                  <a:lnTo>
                    <a:pt x="1050956" y="34871"/>
                  </a:lnTo>
                  <a:lnTo>
                    <a:pt x="1013090" y="9355"/>
                  </a:lnTo>
                  <a:lnTo>
                    <a:pt x="966724" y="0"/>
                  </a:lnTo>
                  <a:close/>
                </a:path>
              </a:pathLst>
            </a:custGeom>
            <a:solidFill>
              <a:srgbClr val="B5C4F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4033901" y="3890962"/>
              <a:ext cx="1085850" cy="714375"/>
            </a:xfrm>
            <a:custGeom>
              <a:avLst/>
              <a:gdLst/>
              <a:ahLst/>
              <a:cxnLst/>
              <a:rect l="l" t="t" r="r" b="b"/>
              <a:pathLst>
                <a:path w="1085850" h="714375">
                  <a:moveTo>
                    <a:pt x="0" y="119062"/>
                  </a:moveTo>
                  <a:lnTo>
                    <a:pt x="9342" y="72716"/>
                  </a:lnTo>
                  <a:lnTo>
                    <a:pt x="34829" y="34871"/>
                  </a:lnTo>
                  <a:lnTo>
                    <a:pt x="72651" y="9355"/>
                  </a:lnTo>
                  <a:lnTo>
                    <a:pt x="118999" y="0"/>
                  </a:lnTo>
                  <a:lnTo>
                    <a:pt x="966724" y="0"/>
                  </a:lnTo>
                  <a:lnTo>
                    <a:pt x="1013090" y="9355"/>
                  </a:lnTo>
                  <a:lnTo>
                    <a:pt x="1050956" y="34871"/>
                  </a:lnTo>
                  <a:lnTo>
                    <a:pt x="1076487" y="72716"/>
                  </a:lnTo>
                  <a:lnTo>
                    <a:pt x="1085850" y="119062"/>
                  </a:lnTo>
                  <a:lnTo>
                    <a:pt x="1085850" y="595312"/>
                  </a:lnTo>
                  <a:lnTo>
                    <a:pt x="1076487" y="641658"/>
                  </a:lnTo>
                  <a:lnTo>
                    <a:pt x="1050956" y="679503"/>
                  </a:lnTo>
                  <a:lnTo>
                    <a:pt x="1013090" y="705019"/>
                  </a:lnTo>
                  <a:lnTo>
                    <a:pt x="966724" y="714375"/>
                  </a:lnTo>
                  <a:lnTo>
                    <a:pt x="118999" y="714375"/>
                  </a:lnTo>
                  <a:lnTo>
                    <a:pt x="72651" y="705019"/>
                  </a:lnTo>
                  <a:lnTo>
                    <a:pt x="34829" y="679503"/>
                  </a:lnTo>
                  <a:lnTo>
                    <a:pt x="9342" y="641658"/>
                  </a:lnTo>
                  <a:lnTo>
                    <a:pt x="0" y="595312"/>
                  </a:lnTo>
                  <a:lnTo>
                    <a:pt x="0" y="119062"/>
                  </a:lnTo>
                  <a:close/>
                </a:path>
              </a:pathLst>
            </a:custGeom>
            <a:ln w="25400">
              <a:solidFill>
                <a:srgbClr val="4A6DF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1" name="object 21"/>
          <p:cNvSpPr txBox="1"/>
          <p:nvPr/>
        </p:nvSpPr>
        <p:spPr>
          <a:xfrm>
            <a:off x="4114800" y="4059554"/>
            <a:ext cx="930910" cy="37147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25"/>
              </a:spcBef>
            </a:pPr>
            <a:r>
              <a:rPr sz="800" b="1" spc="-25" dirty="0">
                <a:solidFill>
                  <a:srgbClr val="181D2F"/>
                </a:solidFill>
                <a:latin typeface="Malgun Gothic"/>
                <a:cs typeface="Malgun Gothic"/>
              </a:rPr>
              <a:t>창의적</a:t>
            </a:r>
            <a:endParaRPr sz="800" dirty="0">
              <a:latin typeface="Malgun Gothic"/>
              <a:cs typeface="Malgun Gothic"/>
            </a:endParaRPr>
          </a:p>
          <a:p>
            <a:pPr algn="ctr">
              <a:lnSpc>
                <a:spcPct val="100000"/>
              </a:lnSpc>
              <a:spcBef>
                <a:spcPts val="770"/>
              </a:spcBef>
            </a:pPr>
            <a:r>
              <a:rPr sz="800" b="1" dirty="0">
                <a:solidFill>
                  <a:srgbClr val="181D2F"/>
                </a:solidFill>
                <a:latin typeface="Malgun Gothic"/>
                <a:cs typeface="Malgun Gothic"/>
              </a:rPr>
              <a:t>문제</a:t>
            </a:r>
            <a:r>
              <a:rPr sz="800" b="1" spc="-65" dirty="0">
                <a:solidFill>
                  <a:srgbClr val="181D2F"/>
                </a:solidFill>
                <a:latin typeface="Malgun Gothic"/>
                <a:cs typeface="Malgun Gothic"/>
              </a:rPr>
              <a:t> </a:t>
            </a:r>
            <a:r>
              <a:rPr sz="800" b="1" dirty="0">
                <a:solidFill>
                  <a:srgbClr val="181D2F"/>
                </a:solidFill>
                <a:latin typeface="Malgun Gothic"/>
                <a:cs typeface="Malgun Gothic"/>
              </a:rPr>
              <a:t>해결</a:t>
            </a:r>
            <a:r>
              <a:rPr sz="800" b="1" spc="-75" dirty="0">
                <a:solidFill>
                  <a:srgbClr val="181D2F"/>
                </a:solidFill>
                <a:latin typeface="Malgun Gothic"/>
                <a:cs typeface="Malgun Gothic"/>
              </a:rPr>
              <a:t> </a:t>
            </a:r>
            <a:r>
              <a:rPr sz="800" b="1" dirty="0">
                <a:solidFill>
                  <a:srgbClr val="181D2F"/>
                </a:solidFill>
                <a:latin typeface="Malgun Gothic"/>
                <a:cs typeface="Malgun Gothic"/>
              </a:rPr>
              <a:t>능력</a:t>
            </a:r>
            <a:r>
              <a:rPr sz="800" b="1" spc="-70" dirty="0">
                <a:solidFill>
                  <a:srgbClr val="181D2F"/>
                </a:solidFill>
                <a:latin typeface="Malgun Gothic"/>
                <a:cs typeface="Malgun Gothic"/>
              </a:rPr>
              <a:t> </a:t>
            </a:r>
            <a:r>
              <a:rPr sz="800" b="1" spc="-35" dirty="0">
                <a:solidFill>
                  <a:srgbClr val="181D2F"/>
                </a:solidFill>
                <a:latin typeface="Malgun Gothic"/>
                <a:cs typeface="Malgun Gothic"/>
              </a:rPr>
              <a:t>강화</a:t>
            </a:r>
            <a:endParaRPr sz="800" dirty="0">
              <a:latin typeface="Malgun Gothic"/>
              <a:cs typeface="Malgun Gothic"/>
            </a:endParaRPr>
          </a:p>
        </p:txBody>
      </p:sp>
      <p:grpSp>
        <p:nvGrpSpPr>
          <p:cNvPr id="22" name="object 22"/>
          <p:cNvGrpSpPr/>
          <p:nvPr/>
        </p:nvGrpSpPr>
        <p:grpSpPr>
          <a:xfrm>
            <a:off x="2563876" y="3049651"/>
            <a:ext cx="1462405" cy="1110615"/>
            <a:chOff x="2563876" y="3049651"/>
            <a:chExt cx="1462405" cy="1110615"/>
          </a:xfrm>
        </p:grpSpPr>
        <p:sp>
          <p:nvSpPr>
            <p:cNvPr id="23" name="object 23"/>
            <p:cNvSpPr/>
            <p:nvPr/>
          </p:nvSpPr>
          <p:spPr>
            <a:xfrm>
              <a:off x="3404870" y="3772535"/>
              <a:ext cx="616585" cy="382905"/>
            </a:xfrm>
            <a:custGeom>
              <a:avLst/>
              <a:gdLst/>
              <a:ahLst/>
              <a:cxnLst/>
              <a:rect l="l" t="t" r="r" b="b"/>
              <a:pathLst>
                <a:path w="616585" h="382904">
                  <a:moveTo>
                    <a:pt x="616076" y="382346"/>
                  </a:moveTo>
                  <a:lnTo>
                    <a:pt x="570202" y="365505"/>
                  </a:lnTo>
                  <a:lnTo>
                    <a:pt x="524899" y="347358"/>
                  </a:lnTo>
                  <a:lnTo>
                    <a:pt x="480194" y="327922"/>
                  </a:lnTo>
                  <a:lnTo>
                    <a:pt x="436113" y="307212"/>
                  </a:lnTo>
                  <a:lnTo>
                    <a:pt x="392683" y="285245"/>
                  </a:lnTo>
                  <a:lnTo>
                    <a:pt x="349931" y="262037"/>
                  </a:lnTo>
                  <a:lnTo>
                    <a:pt x="307883" y="237605"/>
                  </a:lnTo>
                  <a:lnTo>
                    <a:pt x="266564" y="211963"/>
                  </a:lnTo>
                  <a:lnTo>
                    <a:pt x="226003" y="185130"/>
                  </a:lnTo>
                  <a:lnTo>
                    <a:pt x="186224" y="157120"/>
                  </a:lnTo>
                  <a:lnTo>
                    <a:pt x="147254" y="127951"/>
                  </a:lnTo>
                  <a:lnTo>
                    <a:pt x="109121" y="97638"/>
                  </a:lnTo>
                  <a:lnTo>
                    <a:pt x="71850" y="66197"/>
                  </a:lnTo>
                  <a:lnTo>
                    <a:pt x="35467" y="33646"/>
                  </a:lnTo>
                  <a:lnTo>
                    <a:pt x="0" y="0"/>
                  </a:lnTo>
                </a:path>
              </a:pathLst>
            </a:custGeom>
            <a:ln w="9525">
              <a:solidFill>
                <a:srgbClr val="B5C4F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2576576" y="3062351"/>
              <a:ext cx="1095375" cy="704850"/>
            </a:xfrm>
            <a:custGeom>
              <a:avLst/>
              <a:gdLst/>
              <a:ahLst/>
              <a:cxnLst/>
              <a:rect l="l" t="t" r="r" b="b"/>
              <a:pathLst>
                <a:path w="1095375" h="704850">
                  <a:moveTo>
                    <a:pt x="977773" y="0"/>
                  </a:moveTo>
                  <a:lnTo>
                    <a:pt x="117475" y="0"/>
                  </a:lnTo>
                  <a:lnTo>
                    <a:pt x="71741" y="9229"/>
                  </a:lnTo>
                  <a:lnTo>
                    <a:pt x="34401" y="34401"/>
                  </a:lnTo>
                  <a:lnTo>
                    <a:pt x="9229" y="71741"/>
                  </a:lnTo>
                  <a:lnTo>
                    <a:pt x="0" y="117475"/>
                  </a:lnTo>
                  <a:lnTo>
                    <a:pt x="0" y="587248"/>
                  </a:lnTo>
                  <a:lnTo>
                    <a:pt x="9229" y="633001"/>
                  </a:lnTo>
                  <a:lnTo>
                    <a:pt x="34401" y="670385"/>
                  </a:lnTo>
                  <a:lnTo>
                    <a:pt x="71741" y="695600"/>
                  </a:lnTo>
                  <a:lnTo>
                    <a:pt x="117475" y="704850"/>
                  </a:lnTo>
                  <a:lnTo>
                    <a:pt x="977773" y="704850"/>
                  </a:lnTo>
                  <a:lnTo>
                    <a:pt x="1023526" y="695600"/>
                  </a:lnTo>
                  <a:lnTo>
                    <a:pt x="1060910" y="670385"/>
                  </a:lnTo>
                  <a:lnTo>
                    <a:pt x="1086125" y="633001"/>
                  </a:lnTo>
                  <a:lnTo>
                    <a:pt x="1095375" y="587248"/>
                  </a:lnTo>
                  <a:lnTo>
                    <a:pt x="1095375" y="117475"/>
                  </a:lnTo>
                  <a:lnTo>
                    <a:pt x="1086125" y="71741"/>
                  </a:lnTo>
                  <a:lnTo>
                    <a:pt x="1060910" y="34401"/>
                  </a:lnTo>
                  <a:lnTo>
                    <a:pt x="1023526" y="9229"/>
                  </a:lnTo>
                  <a:lnTo>
                    <a:pt x="977773" y="0"/>
                  </a:lnTo>
                  <a:close/>
                </a:path>
              </a:pathLst>
            </a:custGeom>
            <a:solidFill>
              <a:srgbClr val="B5C4F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2576576" y="3062351"/>
              <a:ext cx="1095375" cy="704850"/>
            </a:xfrm>
            <a:custGeom>
              <a:avLst/>
              <a:gdLst/>
              <a:ahLst/>
              <a:cxnLst/>
              <a:rect l="l" t="t" r="r" b="b"/>
              <a:pathLst>
                <a:path w="1095375" h="704850">
                  <a:moveTo>
                    <a:pt x="0" y="117475"/>
                  </a:moveTo>
                  <a:lnTo>
                    <a:pt x="9229" y="71741"/>
                  </a:lnTo>
                  <a:lnTo>
                    <a:pt x="34401" y="34401"/>
                  </a:lnTo>
                  <a:lnTo>
                    <a:pt x="71741" y="9229"/>
                  </a:lnTo>
                  <a:lnTo>
                    <a:pt x="117475" y="0"/>
                  </a:lnTo>
                  <a:lnTo>
                    <a:pt x="977773" y="0"/>
                  </a:lnTo>
                  <a:lnTo>
                    <a:pt x="1023526" y="9229"/>
                  </a:lnTo>
                  <a:lnTo>
                    <a:pt x="1060910" y="34401"/>
                  </a:lnTo>
                  <a:lnTo>
                    <a:pt x="1086125" y="71741"/>
                  </a:lnTo>
                  <a:lnTo>
                    <a:pt x="1095375" y="117475"/>
                  </a:lnTo>
                  <a:lnTo>
                    <a:pt x="1095375" y="587248"/>
                  </a:lnTo>
                  <a:lnTo>
                    <a:pt x="1086125" y="633001"/>
                  </a:lnTo>
                  <a:lnTo>
                    <a:pt x="1060910" y="670385"/>
                  </a:lnTo>
                  <a:lnTo>
                    <a:pt x="1023526" y="695600"/>
                  </a:lnTo>
                  <a:lnTo>
                    <a:pt x="977773" y="704850"/>
                  </a:lnTo>
                  <a:lnTo>
                    <a:pt x="117475" y="704850"/>
                  </a:lnTo>
                  <a:lnTo>
                    <a:pt x="71741" y="695600"/>
                  </a:lnTo>
                  <a:lnTo>
                    <a:pt x="34401" y="670385"/>
                  </a:lnTo>
                  <a:lnTo>
                    <a:pt x="9229" y="633001"/>
                  </a:lnTo>
                  <a:lnTo>
                    <a:pt x="0" y="587248"/>
                  </a:lnTo>
                  <a:lnTo>
                    <a:pt x="0" y="117475"/>
                  </a:lnTo>
                  <a:close/>
                </a:path>
              </a:pathLst>
            </a:custGeom>
            <a:ln w="25400">
              <a:solidFill>
                <a:srgbClr val="4A6DF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6" name="object 26"/>
          <p:cNvSpPr txBox="1"/>
          <p:nvPr/>
        </p:nvSpPr>
        <p:spPr>
          <a:xfrm>
            <a:off x="2779141" y="3220656"/>
            <a:ext cx="698500" cy="37147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800" b="1" spc="-10" dirty="0">
                <a:solidFill>
                  <a:srgbClr val="181D2F"/>
                </a:solidFill>
                <a:latin typeface="Malgun Gothic"/>
                <a:cs typeface="Malgun Gothic"/>
              </a:rPr>
              <a:t>비판적</a:t>
            </a:r>
            <a:r>
              <a:rPr sz="800" b="1" spc="-40" dirty="0">
                <a:solidFill>
                  <a:srgbClr val="181D2F"/>
                </a:solidFill>
                <a:latin typeface="Malgun Gothic"/>
                <a:cs typeface="Malgun Gothic"/>
              </a:rPr>
              <a:t> </a:t>
            </a:r>
            <a:r>
              <a:rPr sz="800" b="1" dirty="0">
                <a:solidFill>
                  <a:srgbClr val="181D2F"/>
                </a:solidFill>
                <a:latin typeface="Malgun Gothic"/>
                <a:cs typeface="Malgun Gothic"/>
              </a:rPr>
              <a:t>사고</a:t>
            </a:r>
            <a:r>
              <a:rPr sz="800" b="1" spc="-85" dirty="0">
                <a:solidFill>
                  <a:srgbClr val="181D2F"/>
                </a:solidFill>
                <a:latin typeface="Malgun Gothic"/>
                <a:cs typeface="Malgun Gothic"/>
              </a:rPr>
              <a:t> </a:t>
            </a:r>
            <a:r>
              <a:rPr sz="800" b="1" spc="-50" dirty="0">
                <a:solidFill>
                  <a:srgbClr val="181D2F"/>
                </a:solidFill>
                <a:latin typeface="Malgun Gothic"/>
                <a:cs typeface="Malgun Gothic"/>
              </a:rPr>
              <a:t>및</a:t>
            </a:r>
            <a:endParaRPr sz="800">
              <a:latin typeface="Malgun Gothic"/>
              <a:cs typeface="Malgun Gothic"/>
            </a:endParaRPr>
          </a:p>
          <a:p>
            <a:pPr marL="12700">
              <a:lnSpc>
                <a:spcPct val="100000"/>
              </a:lnSpc>
              <a:spcBef>
                <a:spcPts val="770"/>
              </a:spcBef>
            </a:pPr>
            <a:r>
              <a:rPr sz="800" b="1" dirty="0">
                <a:solidFill>
                  <a:srgbClr val="181D2F"/>
                </a:solidFill>
                <a:latin typeface="Malgun Gothic"/>
                <a:cs typeface="Malgun Gothic"/>
              </a:rPr>
              <a:t>분석</a:t>
            </a:r>
            <a:r>
              <a:rPr sz="800" b="1" spc="-70" dirty="0">
                <a:solidFill>
                  <a:srgbClr val="181D2F"/>
                </a:solidFill>
                <a:latin typeface="Malgun Gothic"/>
                <a:cs typeface="Malgun Gothic"/>
              </a:rPr>
              <a:t> </a:t>
            </a:r>
            <a:r>
              <a:rPr sz="800" b="1" dirty="0">
                <a:solidFill>
                  <a:srgbClr val="181D2F"/>
                </a:solidFill>
                <a:latin typeface="Malgun Gothic"/>
                <a:cs typeface="Malgun Gothic"/>
              </a:rPr>
              <a:t>능력</a:t>
            </a:r>
            <a:r>
              <a:rPr sz="800" b="1" spc="-70" dirty="0">
                <a:solidFill>
                  <a:srgbClr val="181D2F"/>
                </a:solidFill>
                <a:latin typeface="Malgun Gothic"/>
                <a:cs typeface="Malgun Gothic"/>
              </a:rPr>
              <a:t> </a:t>
            </a:r>
            <a:r>
              <a:rPr sz="800" b="1" spc="-25" dirty="0">
                <a:solidFill>
                  <a:srgbClr val="181D2F"/>
                </a:solidFill>
                <a:latin typeface="Malgun Gothic"/>
                <a:cs typeface="Malgun Gothic"/>
              </a:rPr>
              <a:t>향상</a:t>
            </a:r>
            <a:endParaRPr sz="800">
              <a:latin typeface="Malgun Gothic"/>
              <a:cs typeface="Malgun Gothic"/>
            </a:endParaRPr>
          </a:p>
        </p:txBody>
      </p:sp>
      <p:grpSp>
        <p:nvGrpSpPr>
          <p:cNvPr id="27" name="object 27"/>
          <p:cNvGrpSpPr/>
          <p:nvPr/>
        </p:nvGrpSpPr>
        <p:grpSpPr>
          <a:xfrm>
            <a:off x="2563876" y="1373250"/>
            <a:ext cx="1120775" cy="1678939"/>
            <a:chOff x="2563876" y="1373250"/>
            <a:chExt cx="1120775" cy="1678939"/>
          </a:xfrm>
        </p:grpSpPr>
        <p:sp>
          <p:nvSpPr>
            <p:cNvPr id="28" name="object 28"/>
            <p:cNvSpPr/>
            <p:nvPr/>
          </p:nvSpPr>
          <p:spPr>
            <a:xfrm>
              <a:off x="2900550" y="2102103"/>
              <a:ext cx="67945" cy="945515"/>
            </a:xfrm>
            <a:custGeom>
              <a:avLst/>
              <a:gdLst/>
              <a:ahLst/>
              <a:cxnLst/>
              <a:rect l="l" t="t" r="r" b="b"/>
              <a:pathLst>
                <a:path w="67944" h="945514">
                  <a:moveTo>
                    <a:pt x="67820" y="945007"/>
                  </a:moveTo>
                  <a:lnTo>
                    <a:pt x="54256" y="896142"/>
                  </a:lnTo>
                  <a:lnTo>
                    <a:pt x="42199" y="846986"/>
                  </a:lnTo>
                  <a:lnTo>
                    <a:pt x="31649" y="797574"/>
                  </a:lnTo>
                  <a:lnTo>
                    <a:pt x="22606" y="747940"/>
                  </a:lnTo>
                  <a:lnTo>
                    <a:pt x="15071" y="698117"/>
                  </a:lnTo>
                  <a:lnTo>
                    <a:pt x="9042" y="648140"/>
                  </a:lnTo>
                  <a:lnTo>
                    <a:pt x="4521" y="598044"/>
                  </a:lnTo>
                  <a:lnTo>
                    <a:pt x="1507" y="547862"/>
                  </a:lnTo>
                  <a:lnTo>
                    <a:pt x="0" y="497628"/>
                  </a:lnTo>
                  <a:lnTo>
                    <a:pt x="0" y="447378"/>
                  </a:lnTo>
                  <a:lnTo>
                    <a:pt x="1507" y="397144"/>
                  </a:lnTo>
                  <a:lnTo>
                    <a:pt x="4521" y="346962"/>
                  </a:lnTo>
                  <a:lnTo>
                    <a:pt x="9042" y="296866"/>
                  </a:lnTo>
                  <a:lnTo>
                    <a:pt x="15071" y="246889"/>
                  </a:lnTo>
                  <a:lnTo>
                    <a:pt x="22606" y="197066"/>
                  </a:lnTo>
                  <a:lnTo>
                    <a:pt x="31649" y="147432"/>
                  </a:lnTo>
                  <a:lnTo>
                    <a:pt x="42199" y="98020"/>
                  </a:lnTo>
                  <a:lnTo>
                    <a:pt x="54256" y="48864"/>
                  </a:lnTo>
                  <a:lnTo>
                    <a:pt x="67820" y="0"/>
                  </a:lnTo>
                </a:path>
              </a:pathLst>
            </a:custGeom>
            <a:ln w="9525">
              <a:solidFill>
                <a:srgbClr val="B5C4F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2576576" y="1385950"/>
              <a:ext cx="1095375" cy="704850"/>
            </a:xfrm>
            <a:custGeom>
              <a:avLst/>
              <a:gdLst/>
              <a:ahLst/>
              <a:cxnLst/>
              <a:rect l="l" t="t" r="r" b="b"/>
              <a:pathLst>
                <a:path w="1095375" h="704850">
                  <a:moveTo>
                    <a:pt x="977773" y="0"/>
                  </a:moveTo>
                  <a:lnTo>
                    <a:pt x="117475" y="0"/>
                  </a:lnTo>
                  <a:lnTo>
                    <a:pt x="71741" y="9229"/>
                  </a:lnTo>
                  <a:lnTo>
                    <a:pt x="34401" y="34401"/>
                  </a:lnTo>
                  <a:lnTo>
                    <a:pt x="9229" y="71741"/>
                  </a:lnTo>
                  <a:lnTo>
                    <a:pt x="0" y="117475"/>
                  </a:lnTo>
                  <a:lnTo>
                    <a:pt x="0" y="587248"/>
                  </a:lnTo>
                  <a:lnTo>
                    <a:pt x="9229" y="633001"/>
                  </a:lnTo>
                  <a:lnTo>
                    <a:pt x="34401" y="670385"/>
                  </a:lnTo>
                  <a:lnTo>
                    <a:pt x="71741" y="695600"/>
                  </a:lnTo>
                  <a:lnTo>
                    <a:pt x="117475" y="704850"/>
                  </a:lnTo>
                  <a:lnTo>
                    <a:pt x="977773" y="704850"/>
                  </a:lnTo>
                  <a:lnTo>
                    <a:pt x="1023526" y="695600"/>
                  </a:lnTo>
                  <a:lnTo>
                    <a:pt x="1060910" y="670385"/>
                  </a:lnTo>
                  <a:lnTo>
                    <a:pt x="1086125" y="633001"/>
                  </a:lnTo>
                  <a:lnTo>
                    <a:pt x="1095375" y="587248"/>
                  </a:lnTo>
                  <a:lnTo>
                    <a:pt x="1095375" y="117475"/>
                  </a:lnTo>
                  <a:lnTo>
                    <a:pt x="1086125" y="71741"/>
                  </a:lnTo>
                  <a:lnTo>
                    <a:pt x="1060910" y="34401"/>
                  </a:lnTo>
                  <a:lnTo>
                    <a:pt x="1023526" y="9229"/>
                  </a:lnTo>
                  <a:lnTo>
                    <a:pt x="977773" y="0"/>
                  </a:lnTo>
                  <a:close/>
                </a:path>
              </a:pathLst>
            </a:custGeom>
            <a:solidFill>
              <a:srgbClr val="B5C4F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2576576" y="1385950"/>
              <a:ext cx="1095375" cy="704850"/>
            </a:xfrm>
            <a:custGeom>
              <a:avLst/>
              <a:gdLst/>
              <a:ahLst/>
              <a:cxnLst/>
              <a:rect l="l" t="t" r="r" b="b"/>
              <a:pathLst>
                <a:path w="1095375" h="704850">
                  <a:moveTo>
                    <a:pt x="0" y="117475"/>
                  </a:moveTo>
                  <a:lnTo>
                    <a:pt x="9229" y="71741"/>
                  </a:lnTo>
                  <a:lnTo>
                    <a:pt x="34401" y="34401"/>
                  </a:lnTo>
                  <a:lnTo>
                    <a:pt x="71741" y="9229"/>
                  </a:lnTo>
                  <a:lnTo>
                    <a:pt x="117475" y="0"/>
                  </a:lnTo>
                  <a:lnTo>
                    <a:pt x="977773" y="0"/>
                  </a:lnTo>
                  <a:lnTo>
                    <a:pt x="1023526" y="9229"/>
                  </a:lnTo>
                  <a:lnTo>
                    <a:pt x="1060910" y="34401"/>
                  </a:lnTo>
                  <a:lnTo>
                    <a:pt x="1086125" y="71741"/>
                  </a:lnTo>
                  <a:lnTo>
                    <a:pt x="1095375" y="117475"/>
                  </a:lnTo>
                  <a:lnTo>
                    <a:pt x="1095375" y="587248"/>
                  </a:lnTo>
                  <a:lnTo>
                    <a:pt x="1086125" y="633001"/>
                  </a:lnTo>
                  <a:lnTo>
                    <a:pt x="1060910" y="670385"/>
                  </a:lnTo>
                  <a:lnTo>
                    <a:pt x="1023526" y="695600"/>
                  </a:lnTo>
                  <a:lnTo>
                    <a:pt x="977773" y="704850"/>
                  </a:lnTo>
                  <a:lnTo>
                    <a:pt x="117475" y="704850"/>
                  </a:lnTo>
                  <a:lnTo>
                    <a:pt x="71741" y="695600"/>
                  </a:lnTo>
                  <a:lnTo>
                    <a:pt x="34401" y="670385"/>
                  </a:lnTo>
                  <a:lnTo>
                    <a:pt x="9229" y="633001"/>
                  </a:lnTo>
                  <a:lnTo>
                    <a:pt x="0" y="587248"/>
                  </a:lnTo>
                  <a:lnTo>
                    <a:pt x="0" y="117475"/>
                  </a:lnTo>
                  <a:close/>
                </a:path>
              </a:pathLst>
            </a:custGeom>
            <a:ln w="25400">
              <a:solidFill>
                <a:srgbClr val="4A6DF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1" name="object 31"/>
          <p:cNvSpPr txBox="1"/>
          <p:nvPr/>
        </p:nvSpPr>
        <p:spPr>
          <a:xfrm>
            <a:off x="2677160" y="1542986"/>
            <a:ext cx="902335" cy="37147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25"/>
              </a:spcBef>
            </a:pPr>
            <a:r>
              <a:rPr sz="800" b="1" spc="-10" dirty="0">
                <a:solidFill>
                  <a:srgbClr val="181D2F"/>
                </a:solidFill>
                <a:latin typeface="Malgun Gothic"/>
                <a:cs typeface="Malgun Gothic"/>
              </a:rPr>
              <a:t>팀워크</a:t>
            </a:r>
            <a:r>
              <a:rPr sz="800" b="1" spc="-45" dirty="0">
                <a:solidFill>
                  <a:srgbClr val="181D2F"/>
                </a:solidFill>
                <a:latin typeface="Malgun Gothic"/>
                <a:cs typeface="Malgun Gothic"/>
              </a:rPr>
              <a:t> </a:t>
            </a:r>
            <a:r>
              <a:rPr sz="800" b="1" spc="-50" dirty="0">
                <a:solidFill>
                  <a:srgbClr val="181D2F"/>
                </a:solidFill>
                <a:latin typeface="Malgun Gothic"/>
                <a:cs typeface="Malgun Gothic"/>
              </a:rPr>
              <a:t>및</a:t>
            </a:r>
            <a:endParaRPr sz="800" dirty="0">
              <a:latin typeface="Malgun Gothic"/>
              <a:cs typeface="Malgun Gothic"/>
            </a:endParaRPr>
          </a:p>
          <a:p>
            <a:pPr algn="ctr">
              <a:lnSpc>
                <a:spcPct val="100000"/>
              </a:lnSpc>
              <a:spcBef>
                <a:spcPts val="770"/>
              </a:spcBef>
            </a:pPr>
            <a:r>
              <a:rPr sz="800" b="1" dirty="0">
                <a:solidFill>
                  <a:srgbClr val="181D2F"/>
                </a:solidFill>
                <a:latin typeface="Malgun Gothic"/>
                <a:cs typeface="Malgun Gothic"/>
              </a:rPr>
              <a:t>의사소통</a:t>
            </a:r>
            <a:r>
              <a:rPr sz="800" b="1" spc="-60" dirty="0">
                <a:solidFill>
                  <a:srgbClr val="181D2F"/>
                </a:solidFill>
                <a:latin typeface="Malgun Gothic"/>
                <a:cs typeface="Malgun Gothic"/>
              </a:rPr>
              <a:t> </a:t>
            </a:r>
            <a:r>
              <a:rPr sz="800" b="1" dirty="0">
                <a:solidFill>
                  <a:srgbClr val="181D2F"/>
                </a:solidFill>
                <a:latin typeface="Malgun Gothic"/>
                <a:cs typeface="Malgun Gothic"/>
              </a:rPr>
              <a:t>능력</a:t>
            </a:r>
            <a:r>
              <a:rPr sz="800" b="1" spc="-90" dirty="0">
                <a:solidFill>
                  <a:srgbClr val="181D2F"/>
                </a:solidFill>
                <a:latin typeface="Malgun Gothic"/>
                <a:cs typeface="Malgun Gothic"/>
              </a:rPr>
              <a:t> </a:t>
            </a:r>
            <a:r>
              <a:rPr sz="800" b="1" spc="-25" dirty="0">
                <a:solidFill>
                  <a:srgbClr val="181D2F"/>
                </a:solidFill>
                <a:latin typeface="Malgun Gothic"/>
                <a:cs typeface="Malgun Gothic"/>
              </a:rPr>
              <a:t>향상</a:t>
            </a:r>
            <a:endParaRPr sz="800" dirty="0">
              <a:latin typeface="Malgun Gothic"/>
              <a:cs typeface="Malgun Gothic"/>
            </a:endParaRPr>
          </a:p>
        </p:txBody>
      </p:sp>
      <p:grpSp>
        <p:nvGrpSpPr>
          <p:cNvPr id="32" name="object 32"/>
          <p:cNvGrpSpPr/>
          <p:nvPr/>
        </p:nvGrpSpPr>
        <p:grpSpPr>
          <a:xfrm>
            <a:off x="3400107" y="989647"/>
            <a:ext cx="1924685" cy="2211070"/>
            <a:chOff x="3400107" y="989647"/>
            <a:chExt cx="1924685" cy="2211070"/>
          </a:xfrm>
        </p:grpSpPr>
        <p:sp>
          <p:nvSpPr>
            <p:cNvPr id="33" name="object 33"/>
            <p:cNvSpPr/>
            <p:nvPr/>
          </p:nvSpPr>
          <p:spPr>
            <a:xfrm>
              <a:off x="3404870" y="994410"/>
              <a:ext cx="616585" cy="382270"/>
            </a:xfrm>
            <a:custGeom>
              <a:avLst/>
              <a:gdLst/>
              <a:ahLst/>
              <a:cxnLst/>
              <a:rect l="l" t="t" r="r" b="b"/>
              <a:pathLst>
                <a:path w="616585" h="382269">
                  <a:moveTo>
                    <a:pt x="0" y="382269"/>
                  </a:moveTo>
                  <a:lnTo>
                    <a:pt x="35467" y="348624"/>
                  </a:lnTo>
                  <a:lnTo>
                    <a:pt x="71850" y="316075"/>
                  </a:lnTo>
                  <a:lnTo>
                    <a:pt x="109121" y="284638"/>
                  </a:lnTo>
                  <a:lnTo>
                    <a:pt x="147254" y="254330"/>
                  </a:lnTo>
                  <a:lnTo>
                    <a:pt x="186224" y="225166"/>
                  </a:lnTo>
                  <a:lnTo>
                    <a:pt x="226003" y="197162"/>
                  </a:lnTo>
                  <a:lnTo>
                    <a:pt x="266564" y="170336"/>
                  </a:lnTo>
                  <a:lnTo>
                    <a:pt x="307883" y="144701"/>
                  </a:lnTo>
                  <a:lnTo>
                    <a:pt x="349931" y="120276"/>
                  </a:lnTo>
                  <a:lnTo>
                    <a:pt x="392683" y="97075"/>
                  </a:lnTo>
                  <a:lnTo>
                    <a:pt x="436113" y="75114"/>
                  </a:lnTo>
                  <a:lnTo>
                    <a:pt x="480194" y="54410"/>
                  </a:lnTo>
                  <a:lnTo>
                    <a:pt x="524899" y="34979"/>
                  </a:lnTo>
                  <a:lnTo>
                    <a:pt x="570202" y="16837"/>
                  </a:lnTo>
                  <a:lnTo>
                    <a:pt x="616076" y="0"/>
                  </a:lnTo>
                </a:path>
              </a:pathLst>
            </a:custGeom>
            <a:ln w="9525">
              <a:solidFill>
                <a:srgbClr val="B5C4F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4" name="object 3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962400" y="1847850"/>
              <a:ext cx="1362075" cy="1352550"/>
            </a:xfrm>
            <a:prstGeom prst="rect">
              <a:avLst/>
            </a:prstGeom>
          </p:spPr>
        </p:pic>
      </p:grpSp>
      <p:sp>
        <p:nvSpPr>
          <p:cNvPr id="35" name="object 35"/>
          <p:cNvSpPr txBox="1"/>
          <p:nvPr/>
        </p:nvSpPr>
        <p:spPr>
          <a:xfrm>
            <a:off x="196532" y="652081"/>
            <a:ext cx="3208338" cy="231474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298450" indent="-285750">
              <a:lnSpc>
                <a:spcPct val="100000"/>
              </a:lnSpc>
              <a:spcBef>
                <a:spcPts val="125"/>
              </a:spcBef>
              <a:buClr>
                <a:srgbClr val="C00000"/>
              </a:buClr>
              <a:buFont typeface="Wingdings"/>
              <a:buChar char=""/>
              <a:tabLst>
                <a:tab pos="298450" algn="l"/>
              </a:tabLst>
            </a:pPr>
            <a:r>
              <a:rPr lang="ko-KR" altLang="en-US" sz="1400" b="1" dirty="0">
                <a:solidFill>
                  <a:srgbClr val="FFFFFF"/>
                </a:solidFill>
                <a:latin typeface="Malgun Gothic"/>
                <a:cs typeface="Malgun Gothic"/>
              </a:rPr>
              <a:t>교육생</a:t>
            </a:r>
            <a:r>
              <a:rPr sz="1400" b="1" dirty="0" err="1">
                <a:solidFill>
                  <a:srgbClr val="FFFFFF"/>
                </a:solidFill>
                <a:latin typeface="Malgun Gothic"/>
                <a:cs typeface="Malgun Gothic"/>
              </a:rPr>
              <a:t>들의</a:t>
            </a:r>
            <a:r>
              <a:rPr sz="1400" b="1" spc="-40" dirty="0">
                <a:solidFill>
                  <a:srgbClr val="FFFFFF"/>
                </a:solidFill>
                <a:latin typeface="Malgun Gothic"/>
                <a:cs typeface="Malgun Gothic"/>
              </a:rPr>
              <a:t> </a:t>
            </a:r>
            <a:r>
              <a:rPr sz="1400" b="1" dirty="0">
                <a:solidFill>
                  <a:srgbClr val="FFFFFF"/>
                </a:solidFill>
                <a:latin typeface="Malgun Gothic"/>
                <a:cs typeface="Malgun Gothic"/>
              </a:rPr>
              <a:t>메타인지</a:t>
            </a:r>
            <a:r>
              <a:rPr sz="1400" b="1" spc="-30" dirty="0">
                <a:solidFill>
                  <a:srgbClr val="FFFFFF"/>
                </a:solidFill>
                <a:latin typeface="Malgun Gothic"/>
                <a:cs typeface="Malgun Gothic"/>
              </a:rPr>
              <a:t> </a:t>
            </a:r>
            <a:r>
              <a:rPr sz="1400" b="1" dirty="0">
                <a:solidFill>
                  <a:srgbClr val="FFFFFF"/>
                </a:solidFill>
                <a:latin typeface="Malgun Gothic"/>
                <a:cs typeface="Malgun Gothic"/>
              </a:rPr>
              <a:t>측정</a:t>
            </a:r>
            <a:r>
              <a:rPr sz="1400" b="1" spc="-60" dirty="0">
                <a:solidFill>
                  <a:srgbClr val="FFFFFF"/>
                </a:solidFill>
                <a:latin typeface="Malgun Gothic"/>
                <a:cs typeface="Malgun Gothic"/>
              </a:rPr>
              <a:t> </a:t>
            </a:r>
            <a:r>
              <a:rPr sz="1400" b="1" dirty="0">
                <a:solidFill>
                  <a:srgbClr val="FFFFFF"/>
                </a:solidFill>
                <a:latin typeface="Malgun Gothic"/>
                <a:cs typeface="Malgun Gothic"/>
              </a:rPr>
              <a:t>및</a:t>
            </a:r>
            <a:r>
              <a:rPr sz="1400" b="1" spc="-35" dirty="0">
                <a:solidFill>
                  <a:srgbClr val="FFFFFF"/>
                </a:solidFill>
                <a:latin typeface="Malgun Gothic"/>
                <a:cs typeface="Malgun Gothic"/>
              </a:rPr>
              <a:t> </a:t>
            </a:r>
            <a:r>
              <a:rPr sz="1400" b="1" spc="-25" dirty="0">
                <a:solidFill>
                  <a:srgbClr val="FFFFFF"/>
                </a:solidFill>
                <a:latin typeface="Malgun Gothic"/>
                <a:cs typeface="Malgun Gothic"/>
              </a:rPr>
              <a:t>향상</a:t>
            </a:r>
            <a:endParaRPr sz="1400" dirty="0">
              <a:latin typeface="Malgun Gothic"/>
              <a:cs typeface="Malgun Gothic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05092" y="94868"/>
            <a:ext cx="5490845" cy="324448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5875">
              <a:lnSpc>
                <a:spcPct val="100000"/>
              </a:lnSpc>
              <a:spcBef>
                <a:spcPts val="130"/>
              </a:spcBef>
            </a:pPr>
            <a:r>
              <a:rPr dirty="0"/>
              <a:t>메타인지</a:t>
            </a:r>
            <a:r>
              <a:rPr spc="-40" dirty="0"/>
              <a:t> </a:t>
            </a:r>
            <a:r>
              <a:rPr dirty="0"/>
              <a:t>AI</a:t>
            </a:r>
            <a:r>
              <a:rPr spc="-25" dirty="0"/>
              <a:t> </a:t>
            </a:r>
            <a:r>
              <a:rPr lang="ko-KR" altLang="en-US" spc="-25" dirty="0" err="1"/>
              <a:t>해커톤</a:t>
            </a:r>
            <a:r>
              <a:rPr lang="ko-KR" altLang="en-US" spc="-10" dirty="0"/>
              <a:t> </a:t>
            </a:r>
            <a:r>
              <a:rPr spc="-25" dirty="0" err="1"/>
              <a:t>구조</a:t>
            </a:r>
            <a:endParaRPr spc="-25" dirty="0"/>
          </a:p>
        </p:txBody>
      </p:sp>
      <p:grpSp>
        <p:nvGrpSpPr>
          <p:cNvPr id="3" name="object 3"/>
          <p:cNvGrpSpPr/>
          <p:nvPr/>
        </p:nvGrpSpPr>
        <p:grpSpPr>
          <a:xfrm>
            <a:off x="1524000" y="1123950"/>
            <a:ext cx="5475605" cy="1533525"/>
            <a:chOff x="1487550" y="514350"/>
            <a:chExt cx="5475605" cy="1533525"/>
          </a:xfrm>
        </p:grpSpPr>
        <p:sp>
          <p:nvSpPr>
            <p:cNvPr id="4" name="object 4"/>
            <p:cNvSpPr/>
            <p:nvPr/>
          </p:nvSpPr>
          <p:spPr>
            <a:xfrm>
              <a:off x="1781174" y="514350"/>
              <a:ext cx="5181600" cy="1533525"/>
            </a:xfrm>
            <a:custGeom>
              <a:avLst/>
              <a:gdLst/>
              <a:ahLst/>
              <a:cxnLst/>
              <a:rect l="l" t="t" r="r" b="b"/>
              <a:pathLst>
                <a:path w="5181600" h="1533525">
                  <a:moveTo>
                    <a:pt x="4414774" y="0"/>
                  </a:moveTo>
                  <a:lnTo>
                    <a:pt x="4414774" y="383413"/>
                  </a:lnTo>
                  <a:lnTo>
                    <a:pt x="0" y="383413"/>
                  </a:lnTo>
                  <a:lnTo>
                    <a:pt x="0" y="1150112"/>
                  </a:lnTo>
                  <a:lnTo>
                    <a:pt x="4414774" y="1150112"/>
                  </a:lnTo>
                  <a:lnTo>
                    <a:pt x="4414774" y="1533525"/>
                  </a:lnTo>
                  <a:lnTo>
                    <a:pt x="5181600" y="766699"/>
                  </a:lnTo>
                  <a:lnTo>
                    <a:pt x="4414774" y="0"/>
                  </a:lnTo>
                  <a:close/>
                </a:path>
              </a:pathLst>
            </a:custGeom>
            <a:solidFill>
              <a:srgbClr val="E4EAF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1500250" y="976376"/>
              <a:ext cx="1828800" cy="619125"/>
            </a:xfrm>
            <a:custGeom>
              <a:avLst/>
              <a:gdLst/>
              <a:ahLst/>
              <a:cxnLst/>
              <a:rect l="l" t="t" r="r" b="b"/>
              <a:pathLst>
                <a:path w="1828800" h="619125">
                  <a:moveTo>
                    <a:pt x="1725549" y="0"/>
                  </a:moveTo>
                  <a:lnTo>
                    <a:pt x="103124" y="0"/>
                  </a:lnTo>
                  <a:lnTo>
                    <a:pt x="62954" y="8094"/>
                  </a:lnTo>
                  <a:lnTo>
                    <a:pt x="30178" y="30178"/>
                  </a:lnTo>
                  <a:lnTo>
                    <a:pt x="8094" y="62954"/>
                  </a:lnTo>
                  <a:lnTo>
                    <a:pt x="0" y="103124"/>
                  </a:lnTo>
                  <a:lnTo>
                    <a:pt x="0" y="515874"/>
                  </a:lnTo>
                  <a:lnTo>
                    <a:pt x="8094" y="556063"/>
                  </a:lnTo>
                  <a:lnTo>
                    <a:pt x="30178" y="588883"/>
                  </a:lnTo>
                  <a:lnTo>
                    <a:pt x="62954" y="611010"/>
                  </a:lnTo>
                  <a:lnTo>
                    <a:pt x="103124" y="619125"/>
                  </a:lnTo>
                  <a:lnTo>
                    <a:pt x="1725549" y="619125"/>
                  </a:lnTo>
                  <a:lnTo>
                    <a:pt x="1765738" y="611010"/>
                  </a:lnTo>
                  <a:lnTo>
                    <a:pt x="1798558" y="588883"/>
                  </a:lnTo>
                  <a:lnTo>
                    <a:pt x="1820685" y="556063"/>
                  </a:lnTo>
                  <a:lnTo>
                    <a:pt x="1828800" y="515874"/>
                  </a:lnTo>
                  <a:lnTo>
                    <a:pt x="1828800" y="103124"/>
                  </a:lnTo>
                  <a:lnTo>
                    <a:pt x="1820685" y="62954"/>
                  </a:lnTo>
                  <a:lnTo>
                    <a:pt x="1798558" y="30178"/>
                  </a:lnTo>
                  <a:lnTo>
                    <a:pt x="1765738" y="8094"/>
                  </a:lnTo>
                  <a:lnTo>
                    <a:pt x="1725549" y="0"/>
                  </a:lnTo>
                  <a:close/>
                </a:path>
              </a:pathLst>
            </a:custGeom>
            <a:solidFill>
              <a:srgbClr val="B5C4F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1500250" y="976376"/>
              <a:ext cx="1828800" cy="619125"/>
            </a:xfrm>
            <a:custGeom>
              <a:avLst/>
              <a:gdLst/>
              <a:ahLst/>
              <a:cxnLst/>
              <a:rect l="l" t="t" r="r" b="b"/>
              <a:pathLst>
                <a:path w="1828800" h="619125">
                  <a:moveTo>
                    <a:pt x="0" y="103124"/>
                  </a:moveTo>
                  <a:lnTo>
                    <a:pt x="8094" y="62954"/>
                  </a:lnTo>
                  <a:lnTo>
                    <a:pt x="30178" y="30178"/>
                  </a:lnTo>
                  <a:lnTo>
                    <a:pt x="62954" y="8094"/>
                  </a:lnTo>
                  <a:lnTo>
                    <a:pt x="103124" y="0"/>
                  </a:lnTo>
                  <a:lnTo>
                    <a:pt x="1725549" y="0"/>
                  </a:lnTo>
                  <a:lnTo>
                    <a:pt x="1765738" y="8094"/>
                  </a:lnTo>
                  <a:lnTo>
                    <a:pt x="1798558" y="30178"/>
                  </a:lnTo>
                  <a:lnTo>
                    <a:pt x="1820685" y="62954"/>
                  </a:lnTo>
                  <a:lnTo>
                    <a:pt x="1828800" y="103124"/>
                  </a:lnTo>
                  <a:lnTo>
                    <a:pt x="1828800" y="515874"/>
                  </a:lnTo>
                  <a:lnTo>
                    <a:pt x="1820685" y="556063"/>
                  </a:lnTo>
                  <a:lnTo>
                    <a:pt x="1798558" y="588883"/>
                  </a:lnTo>
                  <a:lnTo>
                    <a:pt x="1765738" y="611010"/>
                  </a:lnTo>
                  <a:lnTo>
                    <a:pt x="1725549" y="619125"/>
                  </a:lnTo>
                  <a:lnTo>
                    <a:pt x="103124" y="619125"/>
                  </a:lnTo>
                  <a:lnTo>
                    <a:pt x="62954" y="611010"/>
                  </a:lnTo>
                  <a:lnTo>
                    <a:pt x="30178" y="588883"/>
                  </a:lnTo>
                  <a:lnTo>
                    <a:pt x="8094" y="556063"/>
                  </a:lnTo>
                  <a:lnTo>
                    <a:pt x="0" y="515874"/>
                  </a:lnTo>
                  <a:lnTo>
                    <a:pt x="0" y="103124"/>
                  </a:lnTo>
                  <a:close/>
                </a:path>
              </a:pathLst>
            </a:custGeom>
            <a:ln w="25400">
              <a:solidFill>
                <a:srgbClr val="4A6DF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/>
          <p:nvPr/>
        </p:nvSpPr>
        <p:spPr>
          <a:xfrm>
            <a:off x="2137664" y="1660842"/>
            <a:ext cx="617855" cy="451484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36830">
              <a:lnSpc>
                <a:spcPct val="100000"/>
              </a:lnSpc>
              <a:spcBef>
                <a:spcPts val="125"/>
              </a:spcBef>
            </a:pPr>
            <a:r>
              <a:rPr sz="950" b="1" dirty="0">
                <a:solidFill>
                  <a:srgbClr val="181D2F"/>
                </a:solidFill>
                <a:latin typeface="Malgun Gothic"/>
                <a:cs typeface="Malgun Gothic"/>
              </a:rPr>
              <a:t>강의</a:t>
            </a:r>
            <a:r>
              <a:rPr sz="950" b="1" spc="25" dirty="0">
                <a:solidFill>
                  <a:srgbClr val="181D2F"/>
                </a:solidFill>
                <a:latin typeface="Malgun Gothic"/>
                <a:cs typeface="Malgun Gothic"/>
              </a:rPr>
              <a:t> </a:t>
            </a:r>
            <a:r>
              <a:rPr sz="950" b="1" spc="-35" dirty="0">
                <a:solidFill>
                  <a:srgbClr val="181D2F"/>
                </a:solidFill>
                <a:latin typeface="Malgun Gothic"/>
                <a:cs typeface="Malgun Gothic"/>
              </a:rPr>
              <a:t>진행</a:t>
            </a:r>
            <a:endParaRPr sz="950">
              <a:latin typeface="Malgun Gothic"/>
              <a:cs typeface="Malgun Gothic"/>
            </a:endParaRPr>
          </a:p>
          <a:p>
            <a:pPr marL="12700">
              <a:lnSpc>
                <a:spcPct val="100000"/>
              </a:lnSpc>
              <a:spcBef>
                <a:spcPts val="1040"/>
              </a:spcBef>
            </a:pPr>
            <a:r>
              <a:rPr sz="950" b="1" spc="-10" dirty="0">
                <a:solidFill>
                  <a:srgbClr val="181D2F"/>
                </a:solidFill>
                <a:latin typeface="Arial"/>
                <a:cs typeface="Arial"/>
              </a:rPr>
              <a:t>(</a:t>
            </a:r>
            <a:r>
              <a:rPr sz="950" b="1" spc="-10" dirty="0">
                <a:solidFill>
                  <a:srgbClr val="181D2F"/>
                </a:solidFill>
                <a:latin typeface="Malgun Gothic"/>
                <a:cs typeface="Malgun Gothic"/>
              </a:rPr>
              <a:t>자유주제</a:t>
            </a:r>
            <a:r>
              <a:rPr sz="950" b="1" spc="-10" dirty="0">
                <a:solidFill>
                  <a:srgbClr val="181D2F"/>
                </a:solidFill>
                <a:latin typeface="Arial"/>
                <a:cs typeface="Arial"/>
              </a:rPr>
              <a:t>)</a:t>
            </a:r>
            <a:endParaRPr sz="950">
              <a:latin typeface="Arial"/>
              <a:cs typeface="Arial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3486151" y="1573275"/>
            <a:ext cx="1854200" cy="644525"/>
            <a:chOff x="3449701" y="963675"/>
            <a:chExt cx="1854200" cy="644525"/>
          </a:xfrm>
        </p:grpSpPr>
        <p:sp>
          <p:nvSpPr>
            <p:cNvPr id="9" name="object 9"/>
            <p:cNvSpPr/>
            <p:nvPr/>
          </p:nvSpPr>
          <p:spPr>
            <a:xfrm>
              <a:off x="3462401" y="976375"/>
              <a:ext cx="1828800" cy="619125"/>
            </a:xfrm>
            <a:custGeom>
              <a:avLst/>
              <a:gdLst/>
              <a:ahLst/>
              <a:cxnLst/>
              <a:rect l="l" t="t" r="r" b="b"/>
              <a:pathLst>
                <a:path w="1828800" h="619125">
                  <a:moveTo>
                    <a:pt x="1725549" y="0"/>
                  </a:moveTo>
                  <a:lnTo>
                    <a:pt x="103124" y="0"/>
                  </a:lnTo>
                  <a:lnTo>
                    <a:pt x="62954" y="8094"/>
                  </a:lnTo>
                  <a:lnTo>
                    <a:pt x="30178" y="30178"/>
                  </a:lnTo>
                  <a:lnTo>
                    <a:pt x="8094" y="62954"/>
                  </a:lnTo>
                  <a:lnTo>
                    <a:pt x="0" y="103124"/>
                  </a:lnTo>
                  <a:lnTo>
                    <a:pt x="0" y="515874"/>
                  </a:lnTo>
                  <a:lnTo>
                    <a:pt x="8094" y="556063"/>
                  </a:lnTo>
                  <a:lnTo>
                    <a:pt x="30178" y="588883"/>
                  </a:lnTo>
                  <a:lnTo>
                    <a:pt x="62954" y="611010"/>
                  </a:lnTo>
                  <a:lnTo>
                    <a:pt x="103124" y="619125"/>
                  </a:lnTo>
                  <a:lnTo>
                    <a:pt x="1725549" y="619125"/>
                  </a:lnTo>
                  <a:lnTo>
                    <a:pt x="1765738" y="611010"/>
                  </a:lnTo>
                  <a:lnTo>
                    <a:pt x="1798558" y="588883"/>
                  </a:lnTo>
                  <a:lnTo>
                    <a:pt x="1820685" y="556063"/>
                  </a:lnTo>
                  <a:lnTo>
                    <a:pt x="1828800" y="515874"/>
                  </a:lnTo>
                  <a:lnTo>
                    <a:pt x="1828800" y="103124"/>
                  </a:lnTo>
                  <a:lnTo>
                    <a:pt x="1820685" y="62954"/>
                  </a:lnTo>
                  <a:lnTo>
                    <a:pt x="1798558" y="30178"/>
                  </a:lnTo>
                  <a:lnTo>
                    <a:pt x="1765738" y="8094"/>
                  </a:lnTo>
                  <a:lnTo>
                    <a:pt x="1725549" y="0"/>
                  </a:lnTo>
                  <a:close/>
                </a:path>
              </a:pathLst>
            </a:custGeom>
            <a:solidFill>
              <a:srgbClr val="B5C4F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3462401" y="976375"/>
              <a:ext cx="1828800" cy="619125"/>
            </a:xfrm>
            <a:custGeom>
              <a:avLst/>
              <a:gdLst/>
              <a:ahLst/>
              <a:cxnLst/>
              <a:rect l="l" t="t" r="r" b="b"/>
              <a:pathLst>
                <a:path w="1828800" h="619125">
                  <a:moveTo>
                    <a:pt x="0" y="103124"/>
                  </a:moveTo>
                  <a:lnTo>
                    <a:pt x="8094" y="62954"/>
                  </a:lnTo>
                  <a:lnTo>
                    <a:pt x="30178" y="30178"/>
                  </a:lnTo>
                  <a:lnTo>
                    <a:pt x="62954" y="8094"/>
                  </a:lnTo>
                  <a:lnTo>
                    <a:pt x="103124" y="0"/>
                  </a:lnTo>
                  <a:lnTo>
                    <a:pt x="1725549" y="0"/>
                  </a:lnTo>
                  <a:lnTo>
                    <a:pt x="1765738" y="8094"/>
                  </a:lnTo>
                  <a:lnTo>
                    <a:pt x="1798558" y="30178"/>
                  </a:lnTo>
                  <a:lnTo>
                    <a:pt x="1820685" y="62954"/>
                  </a:lnTo>
                  <a:lnTo>
                    <a:pt x="1828800" y="103124"/>
                  </a:lnTo>
                  <a:lnTo>
                    <a:pt x="1828800" y="515874"/>
                  </a:lnTo>
                  <a:lnTo>
                    <a:pt x="1820685" y="556063"/>
                  </a:lnTo>
                  <a:lnTo>
                    <a:pt x="1798558" y="588883"/>
                  </a:lnTo>
                  <a:lnTo>
                    <a:pt x="1765738" y="611010"/>
                  </a:lnTo>
                  <a:lnTo>
                    <a:pt x="1725549" y="619125"/>
                  </a:lnTo>
                  <a:lnTo>
                    <a:pt x="103124" y="619125"/>
                  </a:lnTo>
                  <a:lnTo>
                    <a:pt x="62954" y="611010"/>
                  </a:lnTo>
                  <a:lnTo>
                    <a:pt x="30178" y="588883"/>
                  </a:lnTo>
                  <a:lnTo>
                    <a:pt x="8094" y="556063"/>
                  </a:lnTo>
                  <a:lnTo>
                    <a:pt x="0" y="515874"/>
                  </a:lnTo>
                  <a:lnTo>
                    <a:pt x="0" y="103124"/>
                  </a:lnTo>
                  <a:close/>
                </a:path>
              </a:pathLst>
            </a:custGeom>
            <a:ln w="25400">
              <a:solidFill>
                <a:srgbClr val="4A6DF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 txBox="1"/>
          <p:nvPr/>
        </p:nvSpPr>
        <p:spPr>
          <a:xfrm>
            <a:off x="3987801" y="1660842"/>
            <a:ext cx="852805" cy="451484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25"/>
              </a:spcBef>
            </a:pPr>
            <a:r>
              <a:rPr sz="950" b="1" dirty="0">
                <a:solidFill>
                  <a:srgbClr val="181D2F"/>
                </a:solidFill>
                <a:latin typeface="Arial"/>
                <a:cs typeface="Arial"/>
              </a:rPr>
              <a:t>AI</a:t>
            </a:r>
            <a:r>
              <a:rPr sz="950" b="1" spc="75" dirty="0">
                <a:solidFill>
                  <a:srgbClr val="181D2F"/>
                </a:solidFill>
                <a:latin typeface="Arial"/>
                <a:cs typeface="Arial"/>
              </a:rPr>
              <a:t> </a:t>
            </a:r>
            <a:r>
              <a:rPr sz="950" b="1" dirty="0">
                <a:solidFill>
                  <a:srgbClr val="181D2F"/>
                </a:solidFill>
                <a:latin typeface="Malgun Gothic"/>
                <a:cs typeface="Malgun Gothic"/>
              </a:rPr>
              <a:t>플랫폼</a:t>
            </a:r>
            <a:r>
              <a:rPr sz="950" b="1" spc="45" dirty="0">
                <a:solidFill>
                  <a:srgbClr val="181D2F"/>
                </a:solidFill>
                <a:latin typeface="Malgun Gothic"/>
                <a:cs typeface="Malgun Gothic"/>
              </a:rPr>
              <a:t> </a:t>
            </a:r>
            <a:r>
              <a:rPr sz="950" b="1" spc="-25" dirty="0">
                <a:solidFill>
                  <a:srgbClr val="181D2F"/>
                </a:solidFill>
                <a:latin typeface="Malgun Gothic"/>
                <a:cs typeface="Malgun Gothic"/>
              </a:rPr>
              <a:t>활용</a:t>
            </a:r>
            <a:endParaRPr sz="950">
              <a:latin typeface="Malgun Gothic"/>
              <a:cs typeface="Malgun Gothic"/>
            </a:endParaRPr>
          </a:p>
          <a:p>
            <a:pPr algn="ctr">
              <a:lnSpc>
                <a:spcPct val="100000"/>
              </a:lnSpc>
              <a:spcBef>
                <a:spcPts val="1040"/>
              </a:spcBef>
            </a:pPr>
            <a:r>
              <a:rPr sz="950" b="1" dirty="0">
                <a:solidFill>
                  <a:srgbClr val="181D2F"/>
                </a:solidFill>
                <a:latin typeface="Malgun Gothic"/>
                <a:cs typeface="Malgun Gothic"/>
              </a:rPr>
              <a:t>과제</a:t>
            </a:r>
            <a:r>
              <a:rPr sz="950" b="1" spc="30" dirty="0">
                <a:solidFill>
                  <a:srgbClr val="181D2F"/>
                </a:solidFill>
                <a:latin typeface="Malgun Gothic"/>
                <a:cs typeface="Malgun Gothic"/>
              </a:rPr>
              <a:t> </a:t>
            </a:r>
            <a:r>
              <a:rPr sz="950" b="1" spc="-25" dirty="0">
                <a:solidFill>
                  <a:srgbClr val="181D2F"/>
                </a:solidFill>
                <a:latin typeface="Malgun Gothic"/>
                <a:cs typeface="Malgun Gothic"/>
              </a:rPr>
              <a:t>수행</a:t>
            </a:r>
            <a:endParaRPr sz="950">
              <a:latin typeface="Malgun Gothic"/>
              <a:cs typeface="Malgun Gothic"/>
            </a:endParaRPr>
          </a:p>
        </p:txBody>
      </p:sp>
      <p:grpSp>
        <p:nvGrpSpPr>
          <p:cNvPr id="12" name="object 12"/>
          <p:cNvGrpSpPr/>
          <p:nvPr/>
        </p:nvGrpSpPr>
        <p:grpSpPr>
          <a:xfrm>
            <a:off x="5457826" y="1573275"/>
            <a:ext cx="1854200" cy="644525"/>
            <a:chOff x="5421376" y="963675"/>
            <a:chExt cx="1854200" cy="644525"/>
          </a:xfrm>
        </p:grpSpPr>
        <p:sp>
          <p:nvSpPr>
            <p:cNvPr id="13" name="object 13"/>
            <p:cNvSpPr/>
            <p:nvPr/>
          </p:nvSpPr>
          <p:spPr>
            <a:xfrm>
              <a:off x="5434076" y="976375"/>
              <a:ext cx="1828800" cy="619125"/>
            </a:xfrm>
            <a:custGeom>
              <a:avLst/>
              <a:gdLst/>
              <a:ahLst/>
              <a:cxnLst/>
              <a:rect l="l" t="t" r="r" b="b"/>
              <a:pathLst>
                <a:path w="1828800" h="619125">
                  <a:moveTo>
                    <a:pt x="1725549" y="0"/>
                  </a:moveTo>
                  <a:lnTo>
                    <a:pt x="103124" y="0"/>
                  </a:lnTo>
                  <a:lnTo>
                    <a:pt x="62954" y="8094"/>
                  </a:lnTo>
                  <a:lnTo>
                    <a:pt x="30178" y="30178"/>
                  </a:lnTo>
                  <a:lnTo>
                    <a:pt x="8094" y="62954"/>
                  </a:lnTo>
                  <a:lnTo>
                    <a:pt x="0" y="103124"/>
                  </a:lnTo>
                  <a:lnTo>
                    <a:pt x="0" y="515874"/>
                  </a:lnTo>
                  <a:lnTo>
                    <a:pt x="8094" y="556063"/>
                  </a:lnTo>
                  <a:lnTo>
                    <a:pt x="30178" y="588883"/>
                  </a:lnTo>
                  <a:lnTo>
                    <a:pt x="62954" y="611010"/>
                  </a:lnTo>
                  <a:lnTo>
                    <a:pt x="103124" y="619125"/>
                  </a:lnTo>
                  <a:lnTo>
                    <a:pt x="1725549" y="619125"/>
                  </a:lnTo>
                  <a:lnTo>
                    <a:pt x="1765738" y="611010"/>
                  </a:lnTo>
                  <a:lnTo>
                    <a:pt x="1798558" y="588883"/>
                  </a:lnTo>
                  <a:lnTo>
                    <a:pt x="1820685" y="556063"/>
                  </a:lnTo>
                  <a:lnTo>
                    <a:pt x="1828800" y="515874"/>
                  </a:lnTo>
                  <a:lnTo>
                    <a:pt x="1828800" y="103124"/>
                  </a:lnTo>
                  <a:lnTo>
                    <a:pt x="1820685" y="62954"/>
                  </a:lnTo>
                  <a:lnTo>
                    <a:pt x="1798558" y="30178"/>
                  </a:lnTo>
                  <a:lnTo>
                    <a:pt x="1765738" y="8094"/>
                  </a:lnTo>
                  <a:lnTo>
                    <a:pt x="1725549" y="0"/>
                  </a:lnTo>
                  <a:close/>
                </a:path>
              </a:pathLst>
            </a:custGeom>
            <a:solidFill>
              <a:srgbClr val="B5C4F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5434076" y="976375"/>
              <a:ext cx="1828800" cy="619125"/>
            </a:xfrm>
            <a:custGeom>
              <a:avLst/>
              <a:gdLst/>
              <a:ahLst/>
              <a:cxnLst/>
              <a:rect l="l" t="t" r="r" b="b"/>
              <a:pathLst>
                <a:path w="1828800" h="619125">
                  <a:moveTo>
                    <a:pt x="0" y="103124"/>
                  </a:moveTo>
                  <a:lnTo>
                    <a:pt x="8094" y="62954"/>
                  </a:lnTo>
                  <a:lnTo>
                    <a:pt x="30178" y="30178"/>
                  </a:lnTo>
                  <a:lnTo>
                    <a:pt x="62954" y="8094"/>
                  </a:lnTo>
                  <a:lnTo>
                    <a:pt x="103124" y="0"/>
                  </a:lnTo>
                  <a:lnTo>
                    <a:pt x="1725549" y="0"/>
                  </a:lnTo>
                  <a:lnTo>
                    <a:pt x="1765738" y="8094"/>
                  </a:lnTo>
                  <a:lnTo>
                    <a:pt x="1798558" y="30178"/>
                  </a:lnTo>
                  <a:lnTo>
                    <a:pt x="1820685" y="62954"/>
                  </a:lnTo>
                  <a:lnTo>
                    <a:pt x="1828800" y="103124"/>
                  </a:lnTo>
                  <a:lnTo>
                    <a:pt x="1828800" y="515874"/>
                  </a:lnTo>
                  <a:lnTo>
                    <a:pt x="1820685" y="556063"/>
                  </a:lnTo>
                  <a:lnTo>
                    <a:pt x="1798558" y="588883"/>
                  </a:lnTo>
                  <a:lnTo>
                    <a:pt x="1765738" y="611010"/>
                  </a:lnTo>
                  <a:lnTo>
                    <a:pt x="1725549" y="619125"/>
                  </a:lnTo>
                  <a:lnTo>
                    <a:pt x="103124" y="619125"/>
                  </a:lnTo>
                  <a:lnTo>
                    <a:pt x="62954" y="611010"/>
                  </a:lnTo>
                  <a:lnTo>
                    <a:pt x="30178" y="588883"/>
                  </a:lnTo>
                  <a:lnTo>
                    <a:pt x="8094" y="556063"/>
                  </a:lnTo>
                  <a:lnTo>
                    <a:pt x="0" y="515874"/>
                  </a:lnTo>
                  <a:lnTo>
                    <a:pt x="0" y="103124"/>
                  </a:lnTo>
                  <a:close/>
                </a:path>
              </a:pathLst>
            </a:custGeom>
            <a:ln w="25400">
              <a:solidFill>
                <a:srgbClr val="4A6DF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5" name="object 15"/>
          <p:cNvSpPr txBox="1"/>
          <p:nvPr/>
        </p:nvSpPr>
        <p:spPr>
          <a:xfrm>
            <a:off x="6120765" y="1660842"/>
            <a:ext cx="530860" cy="451484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25"/>
              </a:spcBef>
            </a:pPr>
            <a:r>
              <a:rPr sz="950" b="1" spc="-25" dirty="0">
                <a:solidFill>
                  <a:srgbClr val="181D2F"/>
                </a:solidFill>
                <a:latin typeface="Malgun Gothic"/>
                <a:cs typeface="Malgun Gothic"/>
              </a:rPr>
              <a:t>팀별</a:t>
            </a:r>
            <a:endParaRPr sz="950">
              <a:latin typeface="Malgun Gothic"/>
              <a:cs typeface="Malgun Gothic"/>
            </a:endParaRPr>
          </a:p>
          <a:p>
            <a:pPr algn="ctr">
              <a:lnSpc>
                <a:spcPct val="100000"/>
              </a:lnSpc>
              <a:spcBef>
                <a:spcPts val="1040"/>
              </a:spcBef>
            </a:pPr>
            <a:r>
              <a:rPr sz="950" b="1" spc="-20" dirty="0">
                <a:solidFill>
                  <a:srgbClr val="181D2F"/>
                </a:solidFill>
                <a:latin typeface="Malgun Gothic"/>
                <a:cs typeface="Malgun Gothic"/>
              </a:rPr>
              <a:t>과제발표</a:t>
            </a:r>
            <a:endParaRPr sz="950">
              <a:latin typeface="Malgun Gothic"/>
              <a:cs typeface="Malgun Gothic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381000" y="2509900"/>
            <a:ext cx="3631565" cy="339195"/>
          </a:xfrm>
          <a:prstGeom prst="rect">
            <a:avLst/>
          </a:prstGeom>
        </p:spPr>
        <p:txBody>
          <a:bodyPr vert="horz" wrap="square" lIns="0" tIns="122555" rIns="0" bIns="0" rtlCol="0">
            <a:spAutoFit/>
          </a:bodyPr>
          <a:lstStyle/>
          <a:p>
            <a:pPr marL="298450" indent="-285750">
              <a:lnSpc>
                <a:spcPct val="100000"/>
              </a:lnSpc>
              <a:spcBef>
                <a:spcPts val="965"/>
              </a:spcBef>
              <a:buClr>
                <a:srgbClr val="C00000"/>
              </a:buClr>
              <a:buFont typeface="Wingdings"/>
              <a:buChar char=""/>
              <a:tabLst>
                <a:tab pos="298450" algn="l"/>
              </a:tabLst>
            </a:pPr>
            <a:r>
              <a:rPr sz="1400" b="1" dirty="0">
                <a:solidFill>
                  <a:srgbClr val="FFFFFF"/>
                </a:solidFill>
                <a:latin typeface="Malgun Gothic"/>
                <a:cs typeface="Malgun Gothic"/>
              </a:rPr>
              <a:t>메타인지</a:t>
            </a:r>
            <a:r>
              <a:rPr sz="1400" b="1" spc="-50" dirty="0">
                <a:solidFill>
                  <a:srgbClr val="FFFFFF"/>
                </a:solidFill>
                <a:latin typeface="Malgun Gothic"/>
                <a:cs typeface="Malgun Gothic"/>
              </a:rPr>
              <a:t> </a:t>
            </a:r>
            <a:r>
              <a:rPr sz="1400" b="1" dirty="0">
                <a:solidFill>
                  <a:srgbClr val="FFFFFF"/>
                </a:solidFill>
                <a:latin typeface="Malgun Gothic"/>
                <a:cs typeface="Malgun Gothic"/>
              </a:rPr>
              <a:t>AI</a:t>
            </a:r>
            <a:r>
              <a:rPr sz="1400" b="1" spc="-15" dirty="0">
                <a:solidFill>
                  <a:srgbClr val="FFFFFF"/>
                </a:solidFill>
                <a:latin typeface="Malgun Gothic"/>
                <a:cs typeface="Malgun Gothic"/>
              </a:rPr>
              <a:t> </a:t>
            </a:r>
            <a:r>
              <a:rPr lang="ko-KR" altLang="en-US" sz="1400" b="1" spc="-15" dirty="0" err="1">
                <a:solidFill>
                  <a:srgbClr val="FFFFFF"/>
                </a:solidFill>
                <a:latin typeface="Malgun Gothic"/>
                <a:cs typeface="Malgun Gothic"/>
              </a:rPr>
              <a:t>해커톤</a:t>
            </a:r>
            <a:r>
              <a:rPr sz="1400" b="1" spc="-45" dirty="0">
                <a:solidFill>
                  <a:srgbClr val="FFFFFF"/>
                </a:solidFill>
                <a:latin typeface="Malgun Gothic"/>
                <a:cs typeface="Malgun Gothic"/>
              </a:rPr>
              <a:t> </a:t>
            </a:r>
            <a:r>
              <a:rPr sz="1400" b="1" spc="-25" dirty="0" err="1">
                <a:solidFill>
                  <a:srgbClr val="FFFFFF"/>
                </a:solidFill>
                <a:latin typeface="Malgun Gothic"/>
                <a:cs typeface="Malgun Gothic"/>
              </a:rPr>
              <a:t>일정</a:t>
            </a:r>
            <a:r>
              <a:rPr lang="en-US" sz="1400" b="1" spc="-25" dirty="0">
                <a:solidFill>
                  <a:srgbClr val="FFFFFF"/>
                </a:solidFill>
                <a:latin typeface="Malgun Gothic"/>
                <a:cs typeface="Malgun Gothic"/>
              </a:rPr>
              <a:t>(1</a:t>
            </a:r>
            <a:r>
              <a:rPr lang="ko-KR" altLang="en-US" sz="1400" b="1" spc="-25" dirty="0">
                <a:solidFill>
                  <a:srgbClr val="FFFFFF"/>
                </a:solidFill>
                <a:latin typeface="Malgun Gothic"/>
                <a:cs typeface="Malgun Gothic"/>
              </a:rPr>
              <a:t>박 </a:t>
            </a:r>
            <a:r>
              <a:rPr lang="en-US" altLang="ko-KR" sz="1400" b="1" spc="-25" dirty="0">
                <a:solidFill>
                  <a:srgbClr val="FFFFFF"/>
                </a:solidFill>
                <a:latin typeface="Malgun Gothic"/>
                <a:cs typeface="Malgun Gothic"/>
              </a:rPr>
              <a:t>2</a:t>
            </a:r>
            <a:r>
              <a:rPr lang="ko-KR" altLang="en-US" sz="1400" b="1" spc="-25" dirty="0">
                <a:solidFill>
                  <a:srgbClr val="FFFFFF"/>
                </a:solidFill>
                <a:latin typeface="Malgun Gothic"/>
                <a:cs typeface="Malgun Gothic"/>
              </a:rPr>
              <a:t>일</a:t>
            </a:r>
            <a:r>
              <a:rPr lang="en-US" altLang="ko-KR" sz="1400" b="1" spc="-25" dirty="0">
                <a:solidFill>
                  <a:srgbClr val="FFFFFF"/>
                </a:solidFill>
                <a:latin typeface="Malgun Gothic"/>
                <a:cs typeface="Malgun Gothic"/>
              </a:rPr>
              <a:t>)</a:t>
            </a:r>
            <a:endParaRPr sz="1400" dirty="0">
              <a:latin typeface="Malgun Gothic"/>
              <a:cs typeface="Malgun Gothic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05092" y="94868"/>
            <a:ext cx="5490845" cy="324448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5875">
              <a:lnSpc>
                <a:spcPct val="100000"/>
              </a:lnSpc>
              <a:spcBef>
                <a:spcPts val="130"/>
              </a:spcBef>
            </a:pPr>
            <a:r>
              <a:rPr dirty="0"/>
              <a:t>메타인지</a:t>
            </a:r>
            <a:r>
              <a:rPr spc="-20" dirty="0"/>
              <a:t> </a:t>
            </a:r>
            <a:r>
              <a:rPr dirty="0"/>
              <a:t>AI</a:t>
            </a:r>
            <a:r>
              <a:rPr spc="-10" dirty="0"/>
              <a:t> </a:t>
            </a:r>
            <a:r>
              <a:rPr lang="ko-KR" altLang="en-US" spc="-10" dirty="0" err="1"/>
              <a:t>해커톤</a:t>
            </a:r>
            <a:r>
              <a:rPr spc="-45" dirty="0"/>
              <a:t> </a:t>
            </a:r>
            <a:r>
              <a:rPr spc="-20" dirty="0"/>
              <a:t>운영방안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1811401" y="600075"/>
            <a:ext cx="949325" cy="1208405"/>
            <a:chOff x="1811401" y="600075"/>
            <a:chExt cx="949325" cy="1208405"/>
          </a:xfrm>
        </p:grpSpPr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819275" y="600075"/>
              <a:ext cx="895350" cy="895350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1824101" y="1500250"/>
              <a:ext cx="923925" cy="295275"/>
            </a:xfrm>
            <a:custGeom>
              <a:avLst/>
              <a:gdLst/>
              <a:ahLst/>
              <a:cxnLst/>
              <a:rect l="l" t="t" r="r" b="b"/>
              <a:pathLst>
                <a:path w="923925" h="295275">
                  <a:moveTo>
                    <a:pt x="874649" y="0"/>
                  </a:moveTo>
                  <a:lnTo>
                    <a:pt x="49149" y="0"/>
                  </a:lnTo>
                  <a:lnTo>
                    <a:pt x="30003" y="3857"/>
                  </a:lnTo>
                  <a:lnTo>
                    <a:pt x="14382" y="14382"/>
                  </a:lnTo>
                  <a:lnTo>
                    <a:pt x="3857" y="30003"/>
                  </a:lnTo>
                  <a:lnTo>
                    <a:pt x="0" y="49149"/>
                  </a:lnTo>
                  <a:lnTo>
                    <a:pt x="0" y="245999"/>
                  </a:lnTo>
                  <a:lnTo>
                    <a:pt x="3857" y="265164"/>
                  </a:lnTo>
                  <a:lnTo>
                    <a:pt x="14382" y="280828"/>
                  </a:lnTo>
                  <a:lnTo>
                    <a:pt x="30003" y="291397"/>
                  </a:lnTo>
                  <a:lnTo>
                    <a:pt x="49149" y="295275"/>
                  </a:lnTo>
                  <a:lnTo>
                    <a:pt x="874649" y="295275"/>
                  </a:lnTo>
                  <a:lnTo>
                    <a:pt x="893814" y="291397"/>
                  </a:lnTo>
                  <a:lnTo>
                    <a:pt x="909478" y="280828"/>
                  </a:lnTo>
                  <a:lnTo>
                    <a:pt x="920047" y="265164"/>
                  </a:lnTo>
                  <a:lnTo>
                    <a:pt x="923925" y="245999"/>
                  </a:lnTo>
                  <a:lnTo>
                    <a:pt x="923925" y="49149"/>
                  </a:lnTo>
                  <a:lnTo>
                    <a:pt x="920047" y="30003"/>
                  </a:lnTo>
                  <a:lnTo>
                    <a:pt x="909478" y="14382"/>
                  </a:lnTo>
                  <a:lnTo>
                    <a:pt x="893814" y="3857"/>
                  </a:lnTo>
                  <a:lnTo>
                    <a:pt x="874649" y="0"/>
                  </a:lnTo>
                  <a:close/>
                </a:path>
              </a:pathLst>
            </a:custGeom>
            <a:solidFill>
              <a:srgbClr val="B5C4F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1824101" y="1500250"/>
              <a:ext cx="923925" cy="295275"/>
            </a:xfrm>
            <a:custGeom>
              <a:avLst/>
              <a:gdLst/>
              <a:ahLst/>
              <a:cxnLst/>
              <a:rect l="l" t="t" r="r" b="b"/>
              <a:pathLst>
                <a:path w="923925" h="295275">
                  <a:moveTo>
                    <a:pt x="0" y="49149"/>
                  </a:moveTo>
                  <a:lnTo>
                    <a:pt x="3857" y="30003"/>
                  </a:lnTo>
                  <a:lnTo>
                    <a:pt x="14382" y="14382"/>
                  </a:lnTo>
                  <a:lnTo>
                    <a:pt x="30003" y="3857"/>
                  </a:lnTo>
                  <a:lnTo>
                    <a:pt x="49149" y="0"/>
                  </a:lnTo>
                  <a:lnTo>
                    <a:pt x="874649" y="0"/>
                  </a:lnTo>
                  <a:lnTo>
                    <a:pt x="893814" y="3857"/>
                  </a:lnTo>
                  <a:lnTo>
                    <a:pt x="909478" y="14382"/>
                  </a:lnTo>
                  <a:lnTo>
                    <a:pt x="920047" y="30003"/>
                  </a:lnTo>
                  <a:lnTo>
                    <a:pt x="923925" y="49149"/>
                  </a:lnTo>
                  <a:lnTo>
                    <a:pt x="923925" y="245999"/>
                  </a:lnTo>
                  <a:lnTo>
                    <a:pt x="920047" y="265164"/>
                  </a:lnTo>
                  <a:lnTo>
                    <a:pt x="909478" y="280828"/>
                  </a:lnTo>
                  <a:lnTo>
                    <a:pt x="893814" y="291397"/>
                  </a:lnTo>
                  <a:lnTo>
                    <a:pt x="874649" y="295275"/>
                  </a:lnTo>
                  <a:lnTo>
                    <a:pt x="49149" y="295275"/>
                  </a:lnTo>
                  <a:lnTo>
                    <a:pt x="30003" y="291397"/>
                  </a:lnTo>
                  <a:lnTo>
                    <a:pt x="14382" y="280828"/>
                  </a:lnTo>
                  <a:lnTo>
                    <a:pt x="3857" y="265164"/>
                  </a:lnTo>
                  <a:lnTo>
                    <a:pt x="0" y="245999"/>
                  </a:lnTo>
                  <a:lnTo>
                    <a:pt x="0" y="49149"/>
                  </a:lnTo>
                  <a:close/>
                </a:path>
              </a:pathLst>
            </a:custGeom>
            <a:ln w="25400">
              <a:solidFill>
                <a:srgbClr val="03051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7" name="object 7"/>
          <p:cNvGrpSpPr/>
          <p:nvPr/>
        </p:nvGrpSpPr>
        <p:grpSpPr>
          <a:xfrm>
            <a:off x="5507101" y="628650"/>
            <a:ext cx="958850" cy="1246505"/>
            <a:chOff x="5507101" y="628650"/>
            <a:chExt cx="958850" cy="1246505"/>
          </a:xfrm>
        </p:grpSpPr>
        <p:pic>
          <p:nvPicPr>
            <p:cNvPr id="8" name="object 8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5534025" y="628650"/>
              <a:ext cx="904875" cy="895350"/>
            </a:xfrm>
            <a:prstGeom prst="rect">
              <a:avLst/>
            </a:prstGeom>
          </p:spPr>
        </p:pic>
        <p:sp>
          <p:nvSpPr>
            <p:cNvPr id="9" name="object 9"/>
            <p:cNvSpPr/>
            <p:nvPr/>
          </p:nvSpPr>
          <p:spPr>
            <a:xfrm>
              <a:off x="5519801" y="1566925"/>
              <a:ext cx="933450" cy="295275"/>
            </a:xfrm>
            <a:custGeom>
              <a:avLst/>
              <a:gdLst/>
              <a:ahLst/>
              <a:cxnLst/>
              <a:rect l="l" t="t" r="r" b="b"/>
              <a:pathLst>
                <a:path w="933450" h="295275">
                  <a:moveTo>
                    <a:pt x="884174" y="0"/>
                  </a:moveTo>
                  <a:lnTo>
                    <a:pt x="49149" y="0"/>
                  </a:lnTo>
                  <a:lnTo>
                    <a:pt x="30003" y="3857"/>
                  </a:lnTo>
                  <a:lnTo>
                    <a:pt x="14382" y="14382"/>
                  </a:lnTo>
                  <a:lnTo>
                    <a:pt x="3857" y="30003"/>
                  </a:lnTo>
                  <a:lnTo>
                    <a:pt x="0" y="49149"/>
                  </a:lnTo>
                  <a:lnTo>
                    <a:pt x="0" y="245999"/>
                  </a:lnTo>
                  <a:lnTo>
                    <a:pt x="3857" y="265164"/>
                  </a:lnTo>
                  <a:lnTo>
                    <a:pt x="14382" y="280828"/>
                  </a:lnTo>
                  <a:lnTo>
                    <a:pt x="30003" y="291397"/>
                  </a:lnTo>
                  <a:lnTo>
                    <a:pt x="49149" y="295275"/>
                  </a:lnTo>
                  <a:lnTo>
                    <a:pt x="884174" y="295275"/>
                  </a:lnTo>
                  <a:lnTo>
                    <a:pt x="903339" y="291397"/>
                  </a:lnTo>
                  <a:lnTo>
                    <a:pt x="919003" y="280828"/>
                  </a:lnTo>
                  <a:lnTo>
                    <a:pt x="929572" y="265164"/>
                  </a:lnTo>
                  <a:lnTo>
                    <a:pt x="933450" y="245999"/>
                  </a:lnTo>
                  <a:lnTo>
                    <a:pt x="933450" y="49149"/>
                  </a:lnTo>
                  <a:lnTo>
                    <a:pt x="929572" y="30003"/>
                  </a:lnTo>
                  <a:lnTo>
                    <a:pt x="919003" y="14382"/>
                  </a:lnTo>
                  <a:lnTo>
                    <a:pt x="903339" y="3857"/>
                  </a:lnTo>
                  <a:lnTo>
                    <a:pt x="884174" y="0"/>
                  </a:lnTo>
                  <a:close/>
                </a:path>
              </a:pathLst>
            </a:custGeom>
            <a:solidFill>
              <a:srgbClr val="B5C4F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5519801" y="1566925"/>
              <a:ext cx="933450" cy="295275"/>
            </a:xfrm>
            <a:custGeom>
              <a:avLst/>
              <a:gdLst/>
              <a:ahLst/>
              <a:cxnLst/>
              <a:rect l="l" t="t" r="r" b="b"/>
              <a:pathLst>
                <a:path w="933450" h="295275">
                  <a:moveTo>
                    <a:pt x="0" y="49149"/>
                  </a:moveTo>
                  <a:lnTo>
                    <a:pt x="3857" y="30003"/>
                  </a:lnTo>
                  <a:lnTo>
                    <a:pt x="14382" y="14382"/>
                  </a:lnTo>
                  <a:lnTo>
                    <a:pt x="30003" y="3857"/>
                  </a:lnTo>
                  <a:lnTo>
                    <a:pt x="49149" y="0"/>
                  </a:lnTo>
                  <a:lnTo>
                    <a:pt x="884174" y="0"/>
                  </a:lnTo>
                  <a:lnTo>
                    <a:pt x="903339" y="3857"/>
                  </a:lnTo>
                  <a:lnTo>
                    <a:pt x="919003" y="14382"/>
                  </a:lnTo>
                  <a:lnTo>
                    <a:pt x="929572" y="30003"/>
                  </a:lnTo>
                  <a:lnTo>
                    <a:pt x="933450" y="49149"/>
                  </a:lnTo>
                  <a:lnTo>
                    <a:pt x="933450" y="245999"/>
                  </a:lnTo>
                  <a:lnTo>
                    <a:pt x="929572" y="265164"/>
                  </a:lnTo>
                  <a:lnTo>
                    <a:pt x="919003" y="280828"/>
                  </a:lnTo>
                  <a:lnTo>
                    <a:pt x="903339" y="291397"/>
                  </a:lnTo>
                  <a:lnTo>
                    <a:pt x="884174" y="295275"/>
                  </a:lnTo>
                  <a:lnTo>
                    <a:pt x="49149" y="295275"/>
                  </a:lnTo>
                  <a:lnTo>
                    <a:pt x="30003" y="291397"/>
                  </a:lnTo>
                  <a:lnTo>
                    <a:pt x="14382" y="280828"/>
                  </a:lnTo>
                  <a:lnTo>
                    <a:pt x="3857" y="265164"/>
                  </a:lnTo>
                  <a:lnTo>
                    <a:pt x="0" y="245999"/>
                  </a:lnTo>
                  <a:lnTo>
                    <a:pt x="0" y="49149"/>
                  </a:lnTo>
                  <a:close/>
                </a:path>
              </a:pathLst>
            </a:custGeom>
            <a:ln w="25400">
              <a:solidFill>
                <a:srgbClr val="03051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1" name="object 11"/>
          <p:cNvGrpSpPr/>
          <p:nvPr/>
        </p:nvGrpSpPr>
        <p:grpSpPr>
          <a:xfrm>
            <a:off x="3764026" y="3171825"/>
            <a:ext cx="949325" cy="1246505"/>
            <a:chOff x="3764026" y="3171825"/>
            <a:chExt cx="949325" cy="1246505"/>
          </a:xfrm>
        </p:grpSpPr>
        <p:pic>
          <p:nvPicPr>
            <p:cNvPr id="12" name="object 12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3781425" y="3171825"/>
              <a:ext cx="904875" cy="895350"/>
            </a:xfrm>
            <a:prstGeom prst="rect">
              <a:avLst/>
            </a:prstGeom>
          </p:spPr>
        </p:pic>
        <p:sp>
          <p:nvSpPr>
            <p:cNvPr id="13" name="object 13"/>
            <p:cNvSpPr/>
            <p:nvPr/>
          </p:nvSpPr>
          <p:spPr>
            <a:xfrm>
              <a:off x="3776726" y="4110037"/>
              <a:ext cx="923925" cy="295275"/>
            </a:xfrm>
            <a:custGeom>
              <a:avLst/>
              <a:gdLst/>
              <a:ahLst/>
              <a:cxnLst/>
              <a:rect l="l" t="t" r="r" b="b"/>
              <a:pathLst>
                <a:path w="923925" h="295275">
                  <a:moveTo>
                    <a:pt x="874649" y="0"/>
                  </a:moveTo>
                  <a:lnTo>
                    <a:pt x="49149" y="0"/>
                  </a:lnTo>
                  <a:lnTo>
                    <a:pt x="30003" y="3867"/>
                  </a:lnTo>
                  <a:lnTo>
                    <a:pt x="14382" y="14414"/>
                  </a:lnTo>
                  <a:lnTo>
                    <a:pt x="3857" y="30057"/>
                  </a:lnTo>
                  <a:lnTo>
                    <a:pt x="0" y="49212"/>
                  </a:lnTo>
                  <a:lnTo>
                    <a:pt x="0" y="246062"/>
                  </a:lnTo>
                  <a:lnTo>
                    <a:pt x="3857" y="265217"/>
                  </a:lnTo>
                  <a:lnTo>
                    <a:pt x="14382" y="280860"/>
                  </a:lnTo>
                  <a:lnTo>
                    <a:pt x="30003" y="291407"/>
                  </a:lnTo>
                  <a:lnTo>
                    <a:pt x="49149" y="295275"/>
                  </a:lnTo>
                  <a:lnTo>
                    <a:pt x="874649" y="295275"/>
                  </a:lnTo>
                  <a:lnTo>
                    <a:pt x="893814" y="291407"/>
                  </a:lnTo>
                  <a:lnTo>
                    <a:pt x="909478" y="280860"/>
                  </a:lnTo>
                  <a:lnTo>
                    <a:pt x="920047" y="265217"/>
                  </a:lnTo>
                  <a:lnTo>
                    <a:pt x="923925" y="246062"/>
                  </a:lnTo>
                  <a:lnTo>
                    <a:pt x="923925" y="49212"/>
                  </a:lnTo>
                  <a:lnTo>
                    <a:pt x="920047" y="30057"/>
                  </a:lnTo>
                  <a:lnTo>
                    <a:pt x="909478" y="14414"/>
                  </a:lnTo>
                  <a:lnTo>
                    <a:pt x="893814" y="3867"/>
                  </a:lnTo>
                  <a:lnTo>
                    <a:pt x="874649" y="0"/>
                  </a:lnTo>
                  <a:close/>
                </a:path>
              </a:pathLst>
            </a:custGeom>
            <a:solidFill>
              <a:srgbClr val="B5C4F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3776726" y="4110037"/>
              <a:ext cx="923925" cy="295275"/>
            </a:xfrm>
            <a:custGeom>
              <a:avLst/>
              <a:gdLst/>
              <a:ahLst/>
              <a:cxnLst/>
              <a:rect l="l" t="t" r="r" b="b"/>
              <a:pathLst>
                <a:path w="923925" h="295275">
                  <a:moveTo>
                    <a:pt x="0" y="49212"/>
                  </a:moveTo>
                  <a:lnTo>
                    <a:pt x="3857" y="30057"/>
                  </a:lnTo>
                  <a:lnTo>
                    <a:pt x="14382" y="14414"/>
                  </a:lnTo>
                  <a:lnTo>
                    <a:pt x="30003" y="3867"/>
                  </a:lnTo>
                  <a:lnTo>
                    <a:pt x="49149" y="0"/>
                  </a:lnTo>
                  <a:lnTo>
                    <a:pt x="874649" y="0"/>
                  </a:lnTo>
                  <a:lnTo>
                    <a:pt x="893814" y="3867"/>
                  </a:lnTo>
                  <a:lnTo>
                    <a:pt x="909478" y="14414"/>
                  </a:lnTo>
                  <a:lnTo>
                    <a:pt x="920047" y="30057"/>
                  </a:lnTo>
                  <a:lnTo>
                    <a:pt x="923925" y="49212"/>
                  </a:lnTo>
                  <a:lnTo>
                    <a:pt x="923925" y="246062"/>
                  </a:lnTo>
                  <a:lnTo>
                    <a:pt x="920047" y="265217"/>
                  </a:lnTo>
                  <a:lnTo>
                    <a:pt x="909478" y="280860"/>
                  </a:lnTo>
                  <a:lnTo>
                    <a:pt x="893814" y="291407"/>
                  </a:lnTo>
                  <a:lnTo>
                    <a:pt x="874649" y="295275"/>
                  </a:lnTo>
                  <a:lnTo>
                    <a:pt x="49149" y="295275"/>
                  </a:lnTo>
                  <a:lnTo>
                    <a:pt x="30003" y="291407"/>
                  </a:lnTo>
                  <a:lnTo>
                    <a:pt x="14382" y="280860"/>
                  </a:lnTo>
                  <a:lnTo>
                    <a:pt x="3857" y="265217"/>
                  </a:lnTo>
                  <a:lnTo>
                    <a:pt x="0" y="246062"/>
                  </a:lnTo>
                  <a:lnTo>
                    <a:pt x="0" y="49212"/>
                  </a:lnTo>
                  <a:close/>
                </a:path>
              </a:pathLst>
            </a:custGeom>
            <a:ln w="25400">
              <a:solidFill>
                <a:srgbClr val="03051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5" name="object 15"/>
          <p:cNvSpPr txBox="1"/>
          <p:nvPr/>
        </p:nvSpPr>
        <p:spPr>
          <a:xfrm>
            <a:off x="3363976" y="857249"/>
            <a:ext cx="1755775" cy="24384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1400" b="1" dirty="0">
                <a:solidFill>
                  <a:srgbClr val="FFFFFF"/>
                </a:solidFill>
                <a:latin typeface="Malgun Gothic"/>
                <a:cs typeface="Malgun Gothic"/>
              </a:rPr>
              <a:t>강의</a:t>
            </a:r>
            <a:r>
              <a:rPr sz="1400" b="1" spc="-40" dirty="0">
                <a:solidFill>
                  <a:srgbClr val="FFFFFF"/>
                </a:solidFill>
                <a:latin typeface="Malgun Gothic"/>
                <a:cs typeface="Malgun Gothic"/>
              </a:rPr>
              <a:t> </a:t>
            </a:r>
            <a:r>
              <a:rPr sz="1400" b="1" dirty="0">
                <a:solidFill>
                  <a:srgbClr val="FFFFFF"/>
                </a:solidFill>
                <a:latin typeface="Malgun Gothic"/>
                <a:cs typeface="Malgun Gothic"/>
              </a:rPr>
              <a:t>자료와</a:t>
            </a:r>
            <a:r>
              <a:rPr sz="1400" b="1" spc="15" dirty="0">
                <a:solidFill>
                  <a:srgbClr val="FFFFFF"/>
                </a:solidFill>
                <a:latin typeface="Malgun Gothic"/>
                <a:cs typeface="Malgun Gothic"/>
              </a:rPr>
              <a:t> </a:t>
            </a:r>
            <a:r>
              <a:rPr sz="1400" b="1" spc="-20" dirty="0">
                <a:solidFill>
                  <a:srgbClr val="FFFFFF"/>
                </a:solidFill>
                <a:latin typeface="Malgun Gothic"/>
                <a:cs typeface="Malgun Gothic"/>
              </a:rPr>
              <a:t>데이터셋</a:t>
            </a:r>
            <a:endParaRPr sz="1400">
              <a:latin typeface="Malgun Gothic"/>
              <a:cs typeface="Malgun Gothic"/>
            </a:endParaRPr>
          </a:p>
        </p:txBody>
      </p:sp>
      <p:grpSp>
        <p:nvGrpSpPr>
          <p:cNvPr id="16" name="object 16"/>
          <p:cNvGrpSpPr/>
          <p:nvPr/>
        </p:nvGrpSpPr>
        <p:grpSpPr>
          <a:xfrm>
            <a:off x="3078226" y="1097025"/>
            <a:ext cx="2244725" cy="273050"/>
            <a:chOff x="3078226" y="1097025"/>
            <a:chExt cx="2244725" cy="273050"/>
          </a:xfrm>
        </p:grpSpPr>
        <p:sp>
          <p:nvSpPr>
            <p:cNvPr id="17" name="object 17"/>
            <p:cNvSpPr/>
            <p:nvPr/>
          </p:nvSpPr>
          <p:spPr>
            <a:xfrm>
              <a:off x="3090926" y="1109725"/>
              <a:ext cx="2219325" cy="247650"/>
            </a:xfrm>
            <a:custGeom>
              <a:avLst/>
              <a:gdLst/>
              <a:ahLst/>
              <a:cxnLst/>
              <a:rect l="l" t="t" r="r" b="b"/>
              <a:pathLst>
                <a:path w="2219325" h="247650">
                  <a:moveTo>
                    <a:pt x="2095500" y="0"/>
                  </a:moveTo>
                  <a:lnTo>
                    <a:pt x="2095500" y="61849"/>
                  </a:lnTo>
                  <a:lnTo>
                    <a:pt x="0" y="61849"/>
                  </a:lnTo>
                  <a:lnTo>
                    <a:pt x="0" y="185674"/>
                  </a:lnTo>
                  <a:lnTo>
                    <a:pt x="2095500" y="185674"/>
                  </a:lnTo>
                  <a:lnTo>
                    <a:pt x="2095500" y="247650"/>
                  </a:lnTo>
                  <a:lnTo>
                    <a:pt x="2219325" y="123825"/>
                  </a:lnTo>
                  <a:lnTo>
                    <a:pt x="2095500" y="0"/>
                  </a:lnTo>
                  <a:close/>
                </a:path>
              </a:pathLst>
            </a:custGeom>
            <a:solidFill>
              <a:srgbClr val="B5C4F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3090926" y="1109725"/>
              <a:ext cx="2219325" cy="247650"/>
            </a:xfrm>
            <a:custGeom>
              <a:avLst/>
              <a:gdLst/>
              <a:ahLst/>
              <a:cxnLst/>
              <a:rect l="l" t="t" r="r" b="b"/>
              <a:pathLst>
                <a:path w="2219325" h="247650">
                  <a:moveTo>
                    <a:pt x="0" y="61849"/>
                  </a:moveTo>
                  <a:lnTo>
                    <a:pt x="2095500" y="61849"/>
                  </a:lnTo>
                  <a:lnTo>
                    <a:pt x="2095500" y="0"/>
                  </a:lnTo>
                  <a:lnTo>
                    <a:pt x="2219325" y="123825"/>
                  </a:lnTo>
                  <a:lnTo>
                    <a:pt x="2095500" y="247650"/>
                  </a:lnTo>
                  <a:lnTo>
                    <a:pt x="2095500" y="185674"/>
                  </a:lnTo>
                  <a:lnTo>
                    <a:pt x="0" y="185674"/>
                  </a:lnTo>
                  <a:lnTo>
                    <a:pt x="0" y="61849"/>
                  </a:lnTo>
                  <a:close/>
                </a:path>
              </a:pathLst>
            </a:custGeom>
            <a:ln w="25400">
              <a:solidFill>
                <a:srgbClr val="03051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9" name="object 19"/>
          <p:cNvSpPr txBox="1"/>
          <p:nvPr/>
        </p:nvSpPr>
        <p:spPr>
          <a:xfrm>
            <a:off x="2004695" y="1515427"/>
            <a:ext cx="560070" cy="243204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400" b="1" spc="-25" dirty="0">
                <a:solidFill>
                  <a:srgbClr val="181D2F"/>
                </a:solidFill>
                <a:latin typeface="Malgun Gothic"/>
                <a:cs typeface="Malgun Gothic"/>
              </a:rPr>
              <a:t>주최측</a:t>
            </a:r>
            <a:endParaRPr sz="1400">
              <a:latin typeface="Malgun Gothic"/>
              <a:cs typeface="Malgun Gothic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4827270" y="1582991"/>
            <a:ext cx="2801620" cy="80645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896619">
              <a:lnSpc>
                <a:spcPct val="100000"/>
              </a:lnSpc>
              <a:spcBef>
                <a:spcPts val="125"/>
              </a:spcBef>
            </a:pPr>
            <a:r>
              <a:rPr sz="1400" b="1" spc="-25" dirty="0">
                <a:solidFill>
                  <a:srgbClr val="181D2F"/>
                </a:solidFill>
                <a:latin typeface="Malgun Gothic"/>
                <a:cs typeface="Malgun Gothic"/>
              </a:rPr>
              <a:t>운영측</a:t>
            </a:r>
            <a:endParaRPr sz="1400" dirty="0">
              <a:latin typeface="Malgun Gothic"/>
              <a:cs typeface="Malgun Gothic"/>
            </a:endParaRPr>
          </a:p>
          <a:p>
            <a:pPr marL="298450" indent="-285750">
              <a:lnSpc>
                <a:spcPct val="100000"/>
              </a:lnSpc>
              <a:spcBef>
                <a:spcPts val="1160"/>
              </a:spcBef>
              <a:buClr>
                <a:srgbClr val="C00000"/>
              </a:buClr>
              <a:buFont typeface="Wingdings"/>
              <a:buChar char=""/>
              <a:tabLst>
                <a:tab pos="298450" algn="l"/>
              </a:tabLst>
            </a:pPr>
            <a:r>
              <a:rPr sz="1100" dirty="0">
                <a:solidFill>
                  <a:srgbClr val="FFFFFF"/>
                </a:solidFill>
                <a:latin typeface="Malgun Gothic"/>
                <a:cs typeface="Malgun Gothic"/>
              </a:rPr>
              <a:t>강의</a:t>
            </a:r>
            <a:r>
              <a:rPr sz="1100" spc="-30" dirty="0">
                <a:solidFill>
                  <a:srgbClr val="FFFFFF"/>
                </a:solidFill>
                <a:latin typeface="Malgun Gothic"/>
                <a:cs typeface="Malgun Gothic"/>
              </a:rPr>
              <a:t> </a:t>
            </a:r>
            <a:r>
              <a:rPr sz="1100" dirty="0">
                <a:solidFill>
                  <a:srgbClr val="FFFFFF"/>
                </a:solidFill>
                <a:latin typeface="Malgun Gothic"/>
                <a:cs typeface="Malgun Gothic"/>
              </a:rPr>
              <a:t>자료</a:t>
            </a:r>
            <a:r>
              <a:rPr sz="1100" spc="-30" dirty="0">
                <a:solidFill>
                  <a:srgbClr val="FFFFFF"/>
                </a:solidFill>
                <a:latin typeface="Malgun Gothic"/>
                <a:cs typeface="Malgun Gothic"/>
              </a:rPr>
              <a:t> </a:t>
            </a:r>
            <a:r>
              <a:rPr sz="1100" dirty="0">
                <a:solidFill>
                  <a:srgbClr val="FFFFFF"/>
                </a:solidFill>
                <a:latin typeface="Malgun Gothic"/>
                <a:cs typeface="Malgun Gothic"/>
              </a:rPr>
              <a:t>기반</a:t>
            </a:r>
            <a:r>
              <a:rPr sz="1100" spc="-20" dirty="0">
                <a:solidFill>
                  <a:srgbClr val="FFFFFF"/>
                </a:solidFill>
                <a:latin typeface="Malgun Gothic"/>
                <a:cs typeface="Malgun Gothic"/>
              </a:rPr>
              <a:t> </a:t>
            </a:r>
            <a:r>
              <a:rPr sz="1100" dirty="0">
                <a:solidFill>
                  <a:srgbClr val="FFFFFF"/>
                </a:solidFill>
                <a:latin typeface="Malgun Gothic"/>
                <a:cs typeface="Malgun Gothic"/>
              </a:rPr>
              <a:t>할루시네이션</a:t>
            </a:r>
            <a:r>
              <a:rPr sz="1100" spc="30" dirty="0">
                <a:solidFill>
                  <a:srgbClr val="FFFFFF"/>
                </a:solidFill>
                <a:latin typeface="Malgun Gothic"/>
                <a:cs typeface="Malgun Gothic"/>
              </a:rPr>
              <a:t> </a:t>
            </a:r>
            <a:r>
              <a:rPr sz="1100" dirty="0">
                <a:solidFill>
                  <a:srgbClr val="FFFFFF"/>
                </a:solidFill>
                <a:latin typeface="Malgun Gothic"/>
                <a:cs typeface="Malgun Gothic"/>
              </a:rPr>
              <a:t>모델</a:t>
            </a:r>
            <a:r>
              <a:rPr sz="1100" spc="-25" dirty="0">
                <a:solidFill>
                  <a:srgbClr val="FFFFFF"/>
                </a:solidFill>
                <a:latin typeface="Malgun Gothic"/>
                <a:cs typeface="Malgun Gothic"/>
              </a:rPr>
              <a:t> 개발</a:t>
            </a:r>
            <a:endParaRPr sz="1100" dirty="0">
              <a:latin typeface="Malgun Gothic"/>
              <a:cs typeface="Malgun Gothic"/>
            </a:endParaRPr>
          </a:p>
          <a:p>
            <a:pPr marL="298450" indent="-285750">
              <a:lnSpc>
                <a:spcPct val="100000"/>
              </a:lnSpc>
              <a:spcBef>
                <a:spcPts val="635"/>
              </a:spcBef>
              <a:buClr>
                <a:srgbClr val="C00000"/>
              </a:buClr>
              <a:buFont typeface="Wingdings"/>
              <a:buChar char=""/>
              <a:tabLst>
                <a:tab pos="298450" algn="l"/>
              </a:tabLst>
            </a:pPr>
            <a:r>
              <a:rPr lang="ko-KR" altLang="en-US" sz="1100" spc="-50" dirty="0" err="1">
                <a:solidFill>
                  <a:srgbClr val="FFFFFF"/>
                </a:solidFill>
                <a:latin typeface="Malgun Gothic"/>
                <a:cs typeface="Malgun Gothic"/>
              </a:rPr>
              <a:t>해커톤</a:t>
            </a:r>
            <a:r>
              <a:rPr sz="1100" spc="-50" dirty="0">
                <a:solidFill>
                  <a:srgbClr val="FFFFFF"/>
                </a:solidFill>
                <a:latin typeface="Malgun Gothic"/>
                <a:cs typeface="Malgun Gothic"/>
              </a:rPr>
              <a:t> </a:t>
            </a:r>
            <a:r>
              <a:rPr sz="1100" dirty="0">
                <a:solidFill>
                  <a:srgbClr val="FFFFFF"/>
                </a:solidFill>
                <a:latin typeface="Malgun Gothic"/>
                <a:cs typeface="Malgun Gothic"/>
              </a:rPr>
              <a:t>플랫폼</a:t>
            </a:r>
            <a:r>
              <a:rPr sz="1100" spc="5" dirty="0">
                <a:solidFill>
                  <a:srgbClr val="FFFFFF"/>
                </a:solidFill>
                <a:latin typeface="Malgun Gothic"/>
                <a:cs typeface="Malgun Gothic"/>
              </a:rPr>
              <a:t> </a:t>
            </a:r>
            <a:r>
              <a:rPr sz="1100" spc="-25" dirty="0">
                <a:solidFill>
                  <a:srgbClr val="FFFFFF"/>
                </a:solidFill>
                <a:latin typeface="Malgun Gothic"/>
                <a:cs typeface="Malgun Gothic"/>
              </a:rPr>
              <a:t>개발</a:t>
            </a:r>
            <a:endParaRPr sz="1100" dirty="0">
              <a:latin typeface="Malgun Gothic"/>
              <a:cs typeface="Malgun Gothic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1223962" y="1832292"/>
            <a:ext cx="1724660" cy="521970"/>
          </a:xfrm>
          <a:prstGeom prst="rect">
            <a:avLst/>
          </a:prstGeom>
        </p:spPr>
        <p:txBody>
          <a:bodyPr vert="horz" wrap="square" lIns="0" tIns="92075" rIns="0" bIns="0" rtlCol="0">
            <a:spAutoFit/>
          </a:bodyPr>
          <a:lstStyle/>
          <a:p>
            <a:pPr marL="298450" indent="-285750">
              <a:lnSpc>
                <a:spcPct val="100000"/>
              </a:lnSpc>
              <a:spcBef>
                <a:spcPts val="725"/>
              </a:spcBef>
              <a:buClr>
                <a:srgbClr val="C00000"/>
              </a:buClr>
              <a:buFont typeface="Wingdings"/>
              <a:buChar char=""/>
              <a:tabLst>
                <a:tab pos="298450" algn="l"/>
              </a:tabLst>
            </a:pPr>
            <a:r>
              <a:rPr lang="ko-KR" altLang="en-US" sz="1100" spc="-25" dirty="0" err="1">
                <a:solidFill>
                  <a:srgbClr val="FFFFFF"/>
                </a:solidFill>
                <a:latin typeface="Malgun Gothic"/>
                <a:cs typeface="Malgun Gothic"/>
              </a:rPr>
              <a:t>해커톤</a:t>
            </a:r>
            <a:r>
              <a:rPr sz="1100" spc="-25" dirty="0">
                <a:solidFill>
                  <a:srgbClr val="FFFFFF"/>
                </a:solidFill>
                <a:latin typeface="Malgun Gothic"/>
                <a:cs typeface="Malgun Gothic"/>
              </a:rPr>
              <a:t> </a:t>
            </a:r>
            <a:r>
              <a:rPr sz="1100" dirty="0">
                <a:solidFill>
                  <a:srgbClr val="FFFFFF"/>
                </a:solidFill>
                <a:latin typeface="Malgun Gothic"/>
                <a:cs typeface="Malgun Gothic"/>
              </a:rPr>
              <a:t>주제</a:t>
            </a:r>
            <a:r>
              <a:rPr sz="1100" spc="-15" dirty="0">
                <a:solidFill>
                  <a:srgbClr val="FFFFFF"/>
                </a:solidFill>
                <a:latin typeface="Malgun Gothic"/>
                <a:cs typeface="Malgun Gothic"/>
              </a:rPr>
              <a:t> </a:t>
            </a:r>
            <a:r>
              <a:rPr sz="1100" spc="-25" dirty="0">
                <a:solidFill>
                  <a:srgbClr val="FFFFFF"/>
                </a:solidFill>
                <a:latin typeface="Malgun Gothic"/>
                <a:cs typeface="Malgun Gothic"/>
              </a:rPr>
              <a:t>설정</a:t>
            </a:r>
            <a:endParaRPr sz="1100" dirty="0">
              <a:latin typeface="Malgun Gothic"/>
              <a:cs typeface="Malgun Gothic"/>
            </a:endParaRPr>
          </a:p>
          <a:p>
            <a:pPr marL="298450" indent="-285750">
              <a:lnSpc>
                <a:spcPct val="100000"/>
              </a:lnSpc>
              <a:spcBef>
                <a:spcPts val="635"/>
              </a:spcBef>
              <a:buClr>
                <a:srgbClr val="C00000"/>
              </a:buClr>
              <a:buFont typeface="Wingdings"/>
              <a:buChar char=""/>
              <a:tabLst>
                <a:tab pos="298450" algn="l"/>
              </a:tabLst>
            </a:pPr>
            <a:r>
              <a:rPr sz="1100" dirty="0">
                <a:solidFill>
                  <a:srgbClr val="FFFFFF"/>
                </a:solidFill>
                <a:latin typeface="Malgun Gothic"/>
                <a:cs typeface="Malgun Gothic"/>
              </a:rPr>
              <a:t>강의</a:t>
            </a:r>
            <a:r>
              <a:rPr sz="1100" spc="-35" dirty="0">
                <a:solidFill>
                  <a:srgbClr val="FFFFFF"/>
                </a:solidFill>
                <a:latin typeface="Malgun Gothic"/>
                <a:cs typeface="Malgun Gothic"/>
              </a:rPr>
              <a:t> </a:t>
            </a:r>
            <a:r>
              <a:rPr sz="1100" dirty="0">
                <a:solidFill>
                  <a:srgbClr val="FFFFFF"/>
                </a:solidFill>
                <a:latin typeface="Malgun Gothic"/>
                <a:cs typeface="Malgun Gothic"/>
              </a:rPr>
              <a:t>및 데이터셋</a:t>
            </a:r>
            <a:r>
              <a:rPr sz="1100" spc="-5" dirty="0">
                <a:solidFill>
                  <a:srgbClr val="FFFFFF"/>
                </a:solidFill>
                <a:latin typeface="Malgun Gothic"/>
                <a:cs typeface="Malgun Gothic"/>
              </a:rPr>
              <a:t> </a:t>
            </a:r>
            <a:r>
              <a:rPr sz="1100" spc="-25" dirty="0">
                <a:solidFill>
                  <a:srgbClr val="FFFFFF"/>
                </a:solidFill>
                <a:latin typeface="Malgun Gothic"/>
                <a:cs typeface="Malgun Gothic"/>
              </a:rPr>
              <a:t>개발</a:t>
            </a:r>
            <a:endParaRPr sz="1100" dirty="0">
              <a:latin typeface="Malgun Gothic"/>
              <a:cs typeface="Malgun Gothic"/>
            </a:endParaRPr>
          </a:p>
        </p:txBody>
      </p:sp>
      <p:grpSp>
        <p:nvGrpSpPr>
          <p:cNvPr id="22" name="object 22"/>
          <p:cNvGrpSpPr/>
          <p:nvPr/>
        </p:nvGrpSpPr>
        <p:grpSpPr>
          <a:xfrm>
            <a:off x="4816602" y="2574417"/>
            <a:ext cx="1248410" cy="1229360"/>
            <a:chOff x="4816602" y="2574417"/>
            <a:chExt cx="1248410" cy="1229360"/>
          </a:xfrm>
        </p:grpSpPr>
        <p:sp>
          <p:nvSpPr>
            <p:cNvPr id="23" name="object 23"/>
            <p:cNvSpPr/>
            <p:nvPr/>
          </p:nvSpPr>
          <p:spPr>
            <a:xfrm>
              <a:off x="4829302" y="2587117"/>
              <a:ext cx="1223010" cy="1203960"/>
            </a:xfrm>
            <a:custGeom>
              <a:avLst/>
              <a:gdLst/>
              <a:ahLst/>
              <a:cxnLst/>
              <a:rect l="l" t="t" r="r" b="b"/>
              <a:pathLst>
                <a:path w="1223010" h="1203960">
                  <a:moveTo>
                    <a:pt x="1136777" y="0"/>
                  </a:moveTo>
                  <a:lnTo>
                    <a:pt x="44703" y="1071752"/>
                  </a:lnTo>
                  <a:lnTo>
                    <a:pt x="1524" y="1027810"/>
                  </a:lnTo>
                  <a:lnTo>
                    <a:pt x="0" y="1201927"/>
                  </a:lnTo>
                  <a:lnTo>
                    <a:pt x="173989" y="1203579"/>
                  </a:lnTo>
                  <a:lnTo>
                    <a:pt x="130937" y="1159636"/>
                  </a:lnTo>
                  <a:lnTo>
                    <a:pt x="1223010" y="87756"/>
                  </a:lnTo>
                  <a:lnTo>
                    <a:pt x="1136777" y="0"/>
                  </a:lnTo>
                  <a:close/>
                </a:path>
              </a:pathLst>
            </a:custGeom>
            <a:solidFill>
              <a:srgbClr val="B5C4F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4829302" y="2587117"/>
              <a:ext cx="1223010" cy="1203960"/>
            </a:xfrm>
            <a:custGeom>
              <a:avLst/>
              <a:gdLst/>
              <a:ahLst/>
              <a:cxnLst/>
              <a:rect l="l" t="t" r="r" b="b"/>
              <a:pathLst>
                <a:path w="1223010" h="1203960">
                  <a:moveTo>
                    <a:pt x="1223010" y="87756"/>
                  </a:moveTo>
                  <a:lnTo>
                    <a:pt x="130937" y="1159636"/>
                  </a:lnTo>
                  <a:lnTo>
                    <a:pt x="173989" y="1203579"/>
                  </a:lnTo>
                  <a:lnTo>
                    <a:pt x="0" y="1201927"/>
                  </a:lnTo>
                  <a:lnTo>
                    <a:pt x="1524" y="1027810"/>
                  </a:lnTo>
                  <a:lnTo>
                    <a:pt x="44703" y="1071752"/>
                  </a:lnTo>
                  <a:lnTo>
                    <a:pt x="1136777" y="0"/>
                  </a:lnTo>
                  <a:lnTo>
                    <a:pt x="1223010" y="87756"/>
                  </a:lnTo>
                  <a:close/>
                </a:path>
              </a:pathLst>
            </a:custGeom>
            <a:ln w="25400">
              <a:solidFill>
                <a:srgbClr val="03051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5" name="object 25"/>
          <p:cNvSpPr txBox="1"/>
          <p:nvPr/>
        </p:nvSpPr>
        <p:spPr>
          <a:xfrm>
            <a:off x="5763514" y="3093021"/>
            <a:ext cx="1755139" cy="674370"/>
          </a:xfrm>
          <a:prstGeom prst="rect">
            <a:avLst/>
          </a:prstGeom>
        </p:spPr>
        <p:txBody>
          <a:bodyPr vert="horz" wrap="square" lIns="0" tIns="12255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965"/>
              </a:spcBef>
            </a:pPr>
            <a:r>
              <a:rPr lang="ko-KR" altLang="en-US" sz="1400" b="1" dirty="0" err="1">
                <a:solidFill>
                  <a:srgbClr val="FFFFFF"/>
                </a:solidFill>
                <a:latin typeface="Malgun Gothic"/>
                <a:cs typeface="Malgun Gothic"/>
              </a:rPr>
              <a:t>해커톤</a:t>
            </a:r>
            <a:r>
              <a:rPr lang="ko-KR" altLang="en-US" sz="1400" b="1" dirty="0">
                <a:solidFill>
                  <a:srgbClr val="FFFFFF"/>
                </a:solidFill>
                <a:latin typeface="Malgun Gothic"/>
                <a:cs typeface="Malgun Gothic"/>
              </a:rPr>
              <a:t> </a:t>
            </a:r>
            <a:r>
              <a:rPr sz="1400" b="1" dirty="0" err="1">
                <a:solidFill>
                  <a:srgbClr val="FFFFFF"/>
                </a:solidFill>
                <a:latin typeface="Malgun Gothic"/>
                <a:cs typeface="Malgun Gothic"/>
              </a:rPr>
              <a:t>플랫폼</a:t>
            </a:r>
            <a:r>
              <a:rPr sz="1400" b="1" spc="-35" dirty="0">
                <a:solidFill>
                  <a:srgbClr val="FFFFFF"/>
                </a:solidFill>
                <a:latin typeface="Malgun Gothic"/>
                <a:cs typeface="Malgun Gothic"/>
              </a:rPr>
              <a:t> </a:t>
            </a:r>
            <a:r>
              <a:rPr sz="1400" b="1" spc="-50" dirty="0">
                <a:solidFill>
                  <a:srgbClr val="FFFFFF"/>
                </a:solidFill>
                <a:latin typeface="Malgun Gothic"/>
                <a:cs typeface="Malgun Gothic"/>
              </a:rPr>
              <a:t>및</a:t>
            </a:r>
            <a:endParaRPr sz="1400" dirty="0">
              <a:latin typeface="Malgun Gothic"/>
              <a:cs typeface="Malgun Gothic"/>
            </a:endParaRPr>
          </a:p>
          <a:p>
            <a:pPr marL="2540" algn="ctr">
              <a:lnSpc>
                <a:spcPct val="100000"/>
              </a:lnSpc>
              <a:spcBef>
                <a:spcPts val="875"/>
              </a:spcBef>
            </a:pPr>
            <a:r>
              <a:rPr sz="1400" b="1" dirty="0">
                <a:solidFill>
                  <a:srgbClr val="FFFFFF"/>
                </a:solidFill>
                <a:latin typeface="Malgun Gothic"/>
                <a:cs typeface="Malgun Gothic"/>
              </a:rPr>
              <a:t>API</a:t>
            </a:r>
            <a:r>
              <a:rPr sz="1400" b="1" spc="-50" dirty="0">
                <a:solidFill>
                  <a:srgbClr val="FFFFFF"/>
                </a:solidFill>
                <a:latin typeface="Malgun Gothic"/>
                <a:cs typeface="Malgun Gothic"/>
              </a:rPr>
              <a:t> </a:t>
            </a:r>
            <a:r>
              <a:rPr sz="1400" b="1" dirty="0">
                <a:solidFill>
                  <a:srgbClr val="FFFFFF"/>
                </a:solidFill>
                <a:latin typeface="Malgun Gothic"/>
                <a:cs typeface="Malgun Gothic"/>
              </a:rPr>
              <a:t>활용방법</a:t>
            </a:r>
            <a:r>
              <a:rPr sz="1400" b="1" spc="-40" dirty="0">
                <a:solidFill>
                  <a:srgbClr val="FFFFFF"/>
                </a:solidFill>
                <a:latin typeface="Malgun Gothic"/>
                <a:cs typeface="Malgun Gothic"/>
              </a:rPr>
              <a:t> </a:t>
            </a:r>
            <a:r>
              <a:rPr sz="1400" b="1" spc="-25" dirty="0">
                <a:solidFill>
                  <a:srgbClr val="FFFFFF"/>
                </a:solidFill>
                <a:latin typeface="Malgun Gothic"/>
                <a:cs typeface="Malgun Gothic"/>
              </a:rPr>
              <a:t>안내</a:t>
            </a:r>
            <a:endParaRPr sz="1400" dirty="0">
              <a:latin typeface="Malgun Gothic"/>
              <a:cs typeface="Malgun Gothic"/>
            </a:endParaRPr>
          </a:p>
        </p:txBody>
      </p:sp>
      <p:grpSp>
        <p:nvGrpSpPr>
          <p:cNvPr id="26" name="object 26"/>
          <p:cNvGrpSpPr/>
          <p:nvPr/>
        </p:nvGrpSpPr>
        <p:grpSpPr>
          <a:xfrm>
            <a:off x="2379979" y="2660014"/>
            <a:ext cx="1240155" cy="1220470"/>
            <a:chOff x="2379979" y="2660014"/>
            <a:chExt cx="1240155" cy="1220470"/>
          </a:xfrm>
        </p:grpSpPr>
        <p:sp>
          <p:nvSpPr>
            <p:cNvPr id="27" name="object 27"/>
            <p:cNvSpPr/>
            <p:nvPr/>
          </p:nvSpPr>
          <p:spPr>
            <a:xfrm>
              <a:off x="2392679" y="2672714"/>
              <a:ext cx="1214755" cy="1195070"/>
            </a:xfrm>
            <a:custGeom>
              <a:avLst/>
              <a:gdLst/>
              <a:ahLst/>
              <a:cxnLst/>
              <a:rect l="l" t="t" r="r" b="b"/>
              <a:pathLst>
                <a:path w="1214754" h="1195070">
                  <a:moveTo>
                    <a:pt x="86232" y="0"/>
                  </a:moveTo>
                  <a:lnTo>
                    <a:pt x="0" y="87757"/>
                  </a:lnTo>
                  <a:lnTo>
                    <a:pt x="1083309" y="1151001"/>
                  </a:lnTo>
                  <a:lnTo>
                    <a:pt x="1040130" y="1194943"/>
                  </a:lnTo>
                  <a:lnTo>
                    <a:pt x="1214246" y="1193292"/>
                  </a:lnTo>
                  <a:lnTo>
                    <a:pt x="1212595" y="1019302"/>
                  </a:lnTo>
                  <a:lnTo>
                    <a:pt x="1169543" y="1063117"/>
                  </a:lnTo>
                  <a:lnTo>
                    <a:pt x="86232" y="0"/>
                  </a:lnTo>
                  <a:close/>
                </a:path>
              </a:pathLst>
            </a:custGeom>
            <a:solidFill>
              <a:srgbClr val="B5C4F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2392679" y="2672714"/>
              <a:ext cx="1214755" cy="1195070"/>
            </a:xfrm>
            <a:custGeom>
              <a:avLst/>
              <a:gdLst/>
              <a:ahLst/>
              <a:cxnLst/>
              <a:rect l="l" t="t" r="r" b="b"/>
              <a:pathLst>
                <a:path w="1214754" h="1195070">
                  <a:moveTo>
                    <a:pt x="0" y="87757"/>
                  </a:moveTo>
                  <a:lnTo>
                    <a:pt x="1083309" y="1151001"/>
                  </a:lnTo>
                  <a:lnTo>
                    <a:pt x="1040130" y="1194943"/>
                  </a:lnTo>
                  <a:lnTo>
                    <a:pt x="1214246" y="1193292"/>
                  </a:lnTo>
                  <a:lnTo>
                    <a:pt x="1212595" y="1019302"/>
                  </a:lnTo>
                  <a:lnTo>
                    <a:pt x="1169543" y="1063117"/>
                  </a:lnTo>
                  <a:lnTo>
                    <a:pt x="86232" y="0"/>
                  </a:lnTo>
                  <a:lnTo>
                    <a:pt x="0" y="87757"/>
                  </a:lnTo>
                  <a:close/>
                </a:path>
              </a:pathLst>
            </a:custGeom>
            <a:ln w="25400">
              <a:solidFill>
                <a:srgbClr val="03051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9" name="object 29"/>
          <p:cNvSpPr txBox="1"/>
          <p:nvPr/>
        </p:nvSpPr>
        <p:spPr>
          <a:xfrm>
            <a:off x="1805304" y="3320732"/>
            <a:ext cx="805815" cy="243204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400" b="1" dirty="0">
                <a:solidFill>
                  <a:srgbClr val="FFFFFF"/>
                </a:solidFill>
                <a:latin typeface="Malgun Gothic"/>
                <a:cs typeface="Malgun Gothic"/>
              </a:rPr>
              <a:t>강의</a:t>
            </a:r>
            <a:r>
              <a:rPr sz="1400" b="1" spc="-35" dirty="0">
                <a:solidFill>
                  <a:srgbClr val="FFFFFF"/>
                </a:solidFill>
                <a:latin typeface="Malgun Gothic"/>
                <a:cs typeface="Malgun Gothic"/>
              </a:rPr>
              <a:t> </a:t>
            </a:r>
            <a:r>
              <a:rPr sz="1400" b="1" spc="-25" dirty="0">
                <a:solidFill>
                  <a:srgbClr val="FFFFFF"/>
                </a:solidFill>
                <a:latin typeface="Malgun Gothic"/>
                <a:cs typeface="Malgun Gothic"/>
              </a:rPr>
              <a:t>제공</a:t>
            </a:r>
            <a:endParaRPr sz="1400">
              <a:latin typeface="Malgun Gothic"/>
              <a:cs typeface="Malgun Gothic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3226435" y="4129087"/>
            <a:ext cx="2473325" cy="83693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746125">
              <a:lnSpc>
                <a:spcPct val="100000"/>
              </a:lnSpc>
              <a:spcBef>
                <a:spcPts val="125"/>
              </a:spcBef>
            </a:pPr>
            <a:r>
              <a:rPr sz="1400" b="1" spc="-25" dirty="0">
                <a:solidFill>
                  <a:srgbClr val="181D2F"/>
                </a:solidFill>
                <a:latin typeface="Malgun Gothic"/>
                <a:cs typeface="Malgun Gothic"/>
              </a:rPr>
              <a:t>참가자</a:t>
            </a:r>
            <a:endParaRPr sz="1400">
              <a:latin typeface="Malgun Gothic"/>
              <a:cs typeface="Malgun Gothic"/>
            </a:endParaRPr>
          </a:p>
          <a:p>
            <a:pPr marL="298450" indent="-285750">
              <a:lnSpc>
                <a:spcPct val="100000"/>
              </a:lnSpc>
              <a:spcBef>
                <a:spcPts val="1400"/>
              </a:spcBef>
              <a:buClr>
                <a:srgbClr val="C00000"/>
              </a:buClr>
              <a:buFont typeface="Wingdings"/>
              <a:buChar char=""/>
              <a:tabLst>
                <a:tab pos="298450" algn="l"/>
              </a:tabLst>
            </a:pPr>
            <a:r>
              <a:rPr sz="1100" dirty="0">
                <a:solidFill>
                  <a:srgbClr val="FFFFFF"/>
                </a:solidFill>
                <a:latin typeface="Malgun Gothic"/>
                <a:cs typeface="Malgun Gothic"/>
              </a:rPr>
              <a:t>코딩</a:t>
            </a:r>
            <a:r>
              <a:rPr sz="1100" spc="-35" dirty="0">
                <a:solidFill>
                  <a:srgbClr val="FFFFFF"/>
                </a:solidFill>
                <a:latin typeface="Malgun Gothic"/>
                <a:cs typeface="Malgun Gothic"/>
              </a:rPr>
              <a:t> </a:t>
            </a:r>
            <a:r>
              <a:rPr sz="1100" dirty="0">
                <a:solidFill>
                  <a:srgbClr val="FFFFFF"/>
                </a:solidFill>
                <a:latin typeface="Malgun Gothic"/>
                <a:cs typeface="Malgun Gothic"/>
              </a:rPr>
              <a:t>무경험자의</a:t>
            </a:r>
            <a:r>
              <a:rPr sz="1100" spc="-30" dirty="0">
                <a:solidFill>
                  <a:srgbClr val="FFFFFF"/>
                </a:solidFill>
                <a:latin typeface="Malgun Gothic"/>
                <a:cs typeface="Malgun Gothic"/>
              </a:rPr>
              <a:t> </a:t>
            </a:r>
            <a:r>
              <a:rPr sz="1100" dirty="0">
                <a:solidFill>
                  <a:srgbClr val="FFFFFF"/>
                </a:solidFill>
                <a:latin typeface="Malgun Gothic"/>
                <a:cs typeface="Malgun Gothic"/>
              </a:rPr>
              <a:t>경우</a:t>
            </a:r>
            <a:r>
              <a:rPr sz="1100" spc="-30" dirty="0">
                <a:solidFill>
                  <a:srgbClr val="FFFFFF"/>
                </a:solidFill>
                <a:latin typeface="Malgun Gothic"/>
                <a:cs typeface="Malgun Gothic"/>
              </a:rPr>
              <a:t> </a:t>
            </a:r>
            <a:r>
              <a:rPr sz="1100" dirty="0">
                <a:solidFill>
                  <a:srgbClr val="FFFFFF"/>
                </a:solidFill>
                <a:latin typeface="Malgun Gothic"/>
                <a:cs typeface="Malgun Gothic"/>
              </a:rPr>
              <a:t>플랫폼</a:t>
            </a:r>
            <a:r>
              <a:rPr sz="1100" spc="25" dirty="0">
                <a:solidFill>
                  <a:srgbClr val="FFFFFF"/>
                </a:solidFill>
                <a:latin typeface="Malgun Gothic"/>
                <a:cs typeface="Malgun Gothic"/>
              </a:rPr>
              <a:t> </a:t>
            </a:r>
            <a:r>
              <a:rPr sz="1100" spc="-25" dirty="0">
                <a:solidFill>
                  <a:srgbClr val="FFFFFF"/>
                </a:solidFill>
                <a:latin typeface="Malgun Gothic"/>
                <a:cs typeface="Malgun Gothic"/>
              </a:rPr>
              <a:t>활용</a:t>
            </a:r>
            <a:endParaRPr sz="1100">
              <a:latin typeface="Malgun Gothic"/>
              <a:cs typeface="Malgun Gothic"/>
            </a:endParaRPr>
          </a:p>
          <a:p>
            <a:pPr marL="298450" indent="-285750">
              <a:lnSpc>
                <a:spcPct val="100000"/>
              </a:lnSpc>
              <a:spcBef>
                <a:spcPts val="635"/>
              </a:spcBef>
              <a:buClr>
                <a:srgbClr val="C00000"/>
              </a:buClr>
              <a:buFont typeface="Wingdings"/>
              <a:buChar char=""/>
              <a:tabLst>
                <a:tab pos="298450" algn="l"/>
              </a:tabLst>
            </a:pPr>
            <a:r>
              <a:rPr sz="1100" dirty="0">
                <a:solidFill>
                  <a:srgbClr val="FFFFFF"/>
                </a:solidFill>
                <a:latin typeface="Malgun Gothic"/>
                <a:cs typeface="Malgun Gothic"/>
              </a:rPr>
              <a:t>코딩에</a:t>
            </a:r>
            <a:r>
              <a:rPr sz="1100" spc="-5" dirty="0">
                <a:solidFill>
                  <a:srgbClr val="FFFFFF"/>
                </a:solidFill>
                <a:latin typeface="Malgun Gothic"/>
                <a:cs typeface="Malgun Gothic"/>
              </a:rPr>
              <a:t> </a:t>
            </a:r>
            <a:r>
              <a:rPr sz="1100" dirty="0">
                <a:solidFill>
                  <a:srgbClr val="FFFFFF"/>
                </a:solidFill>
                <a:latin typeface="Malgun Gothic"/>
                <a:cs typeface="Malgun Gothic"/>
              </a:rPr>
              <a:t>익숙한 경우</a:t>
            </a:r>
            <a:r>
              <a:rPr sz="1100" spc="-55" dirty="0">
                <a:solidFill>
                  <a:srgbClr val="FFFFFF"/>
                </a:solidFill>
                <a:latin typeface="Malgun Gothic"/>
                <a:cs typeface="Malgun Gothic"/>
              </a:rPr>
              <a:t> </a:t>
            </a:r>
            <a:r>
              <a:rPr sz="1100" dirty="0">
                <a:solidFill>
                  <a:srgbClr val="FFFFFF"/>
                </a:solidFill>
                <a:latin typeface="Malgun Gothic"/>
                <a:cs typeface="Malgun Gothic"/>
              </a:rPr>
              <a:t>API</a:t>
            </a:r>
            <a:r>
              <a:rPr sz="1100" spc="-5" dirty="0">
                <a:solidFill>
                  <a:srgbClr val="FFFFFF"/>
                </a:solidFill>
                <a:latin typeface="Malgun Gothic"/>
                <a:cs typeface="Malgun Gothic"/>
              </a:rPr>
              <a:t> </a:t>
            </a:r>
            <a:r>
              <a:rPr sz="1100" spc="-25" dirty="0">
                <a:solidFill>
                  <a:srgbClr val="FFFFFF"/>
                </a:solidFill>
                <a:latin typeface="Malgun Gothic"/>
                <a:cs typeface="Malgun Gothic"/>
              </a:rPr>
              <a:t>활용</a:t>
            </a:r>
            <a:endParaRPr sz="1100">
              <a:latin typeface="Malgun Gothic"/>
              <a:cs typeface="Malgun Gothic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734175" y="1133475"/>
            <a:ext cx="1438275" cy="1438275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05092" y="94868"/>
            <a:ext cx="5490845" cy="324448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5875">
              <a:lnSpc>
                <a:spcPct val="100000"/>
              </a:lnSpc>
              <a:spcBef>
                <a:spcPts val="130"/>
              </a:spcBef>
            </a:pPr>
            <a:r>
              <a:rPr dirty="0"/>
              <a:t>메타인지</a:t>
            </a:r>
            <a:r>
              <a:rPr spc="-30" dirty="0"/>
              <a:t> </a:t>
            </a:r>
            <a:r>
              <a:rPr dirty="0"/>
              <a:t>AI</a:t>
            </a:r>
            <a:r>
              <a:rPr spc="-15" dirty="0"/>
              <a:t> </a:t>
            </a:r>
            <a:r>
              <a:rPr lang="ko-KR" altLang="en-US" spc="-15" dirty="0" err="1"/>
              <a:t>해커톤</a:t>
            </a:r>
            <a:r>
              <a:rPr spc="-55" dirty="0"/>
              <a:t> </a:t>
            </a:r>
            <a:r>
              <a:rPr spc="-25" dirty="0"/>
              <a:t>과제</a:t>
            </a:r>
          </a:p>
        </p:txBody>
      </p:sp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904875" y="1028700"/>
            <a:ext cx="1438275" cy="1438275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375602" y="2523426"/>
            <a:ext cx="2583180" cy="1390015"/>
          </a:xfrm>
          <a:prstGeom prst="rect">
            <a:avLst/>
          </a:prstGeom>
        </p:spPr>
        <p:txBody>
          <a:bodyPr vert="horz" wrap="square" lIns="0" tIns="96520" rIns="0" bIns="0" rtlCol="0">
            <a:spAutoFit/>
          </a:bodyPr>
          <a:lstStyle/>
          <a:p>
            <a:pPr marL="298450" indent="-285750">
              <a:lnSpc>
                <a:spcPct val="100000"/>
              </a:lnSpc>
              <a:spcBef>
                <a:spcPts val="760"/>
              </a:spcBef>
              <a:buClr>
                <a:srgbClr val="C00000"/>
              </a:buClr>
              <a:buFont typeface="Wingdings"/>
              <a:buChar char=""/>
              <a:tabLst>
                <a:tab pos="298450" algn="l"/>
              </a:tabLst>
            </a:pPr>
            <a:r>
              <a:rPr sz="1200" b="1" dirty="0">
                <a:solidFill>
                  <a:srgbClr val="FFFFFF"/>
                </a:solidFill>
                <a:latin typeface="Malgun Gothic"/>
                <a:cs typeface="Malgun Gothic"/>
              </a:rPr>
              <a:t>할루시네이션</a:t>
            </a:r>
            <a:r>
              <a:rPr sz="1200" b="1" spc="-20" dirty="0">
                <a:solidFill>
                  <a:srgbClr val="FFFFFF"/>
                </a:solidFill>
                <a:latin typeface="Malgun Gothic"/>
                <a:cs typeface="Malgun Gothic"/>
              </a:rPr>
              <a:t> </a:t>
            </a:r>
            <a:r>
              <a:rPr sz="1200" b="1" dirty="0">
                <a:solidFill>
                  <a:srgbClr val="FFFFFF"/>
                </a:solidFill>
                <a:latin typeface="Malgun Gothic"/>
                <a:cs typeface="Malgun Gothic"/>
              </a:rPr>
              <a:t>모델</a:t>
            </a:r>
            <a:r>
              <a:rPr sz="1200" b="1" spc="-10" dirty="0">
                <a:solidFill>
                  <a:srgbClr val="FFFFFF"/>
                </a:solidFill>
                <a:latin typeface="Malgun Gothic"/>
                <a:cs typeface="Malgun Gothic"/>
              </a:rPr>
              <a:t> </a:t>
            </a:r>
            <a:r>
              <a:rPr sz="1200" b="1" spc="-25" dirty="0">
                <a:solidFill>
                  <a:srgbClr val="FFFFFF"/>
                </a:solidFill>
                <a:latin typeface="Malgun Gothic"/>
                <a:cs typeface="Malgun Gothic"/>
              </a:rPr>
              <a:t>활용</a:t>
            </a:r>
            <a:endParaRPr sz="1200" dirty="0">
              <a:latin typeface="Malgun Gothic"/>
              <a:cs typeface="Malgun Gothic"/>
            </a:endParaRPr>
          </a:p>
          <a:p>
            <a:pPr marL="282575" marR="5080">
              <a:lnSpc>
                <a:spcPts val="2180"/>
              </a:lnSpc>
              <a:spcBef>
                <a:spcPts val="120"/>
              </a:spcBef>
            </a:pPr>
            <a:r>
              <a:rPr sz="1200" dirty="0">
                <a:solidFill>
                  <a:srgbClr val="FFFFFF"/>
                </a:solidFill>
                <a:latin typeface="Malgun Gothic"/>
                <a:cs typeface="Malgun Gothic"/>
              </a:rPr>
              <a:t>강의</a:t>
            </a:r>
            <a:r>
              <a:rPr sz="1200" spc="-10" dirty="0">
                <a:solidFill>
                  <a:srgbClr val="FFFFFF"/>
                </a:solidFill>
                <a:latin typeface="Malgun Gothic"/>
                <a:cs typeface="Malgun Gothic"/>
              </a:rPr>
              <a:t> </a:t>
            </a:r>
            <a:r>
              <a:rPr sz="1200" dirty="0">
                <a:solidFill>
                  <a:srgbClr val="FFFFFF"/>
                </a:solidFill>
                <a:latin typeface="Malgun Gothic"/>
                <a:cs typeface="Malgun Gothic"/>
              </a:rPr>
              <a:t>자료를</a:t>
            </a:r>
            <a:r>
              <a:rPr sz="1200" spc="-5" dirty="0">
                <a:solidFill>
                  <a:srgbClr val="FFFFFF"/>
                </a:solidFill>
                <a:latin typeface="Malgun Gothic"/>
                <a:cs typeface="Malgun Gothic"/>
              </a:rPr>
              <a:t> </a:t>
            </a:r>
            <a:r>
              <a:rPr sz="1200" dirty="0">
                <a:solidFill>
                  <a:srgbClr val="FFFFFF"/>
                </a:solidFill>
                <a:latin typeface="Malgun Gothic"/>
                <a:cs typeface="Malgun Gothic"/>
              </a:rPr>
              <a:t>기반으로</a:t>
            </a:r>
            <a:r>
              <a:rPr sz="1200" spc="-5" dirty="0">
                <a:solidFill>
                  <a:srgbClr val="FFFFFF"/>
                </a:solidFill>
                <a:latin typeface="Malgun Gothic"/>
                <a:cs typeface="Malgun Gothic"/>
              </a:rPr>
              <a:t> </a:t>
            </a:r>
            <a:r>
              <a:rPr sz="1200" dirty="0">
                <a:solidFill>
                  <a:srgbClr val="FFFFFF"/>
                </a:solidFill>
                <a:latin typeface="Malgun Gothic"/>
                <a:cs typeface="Malgun Gothic"/>
              </a:rPr>
              <a:t>플랫폼 </a:t>
            </a:r>
            <a:r>
              <a:rPr sz="1200" spc="-50" dirty="0">
                <a:solidFill>
                  <a:srgbClr val="FFFFFF"/>
                </a:solidFill>
                <a:latin typeface="Malgun Gothic"/>
                <a:cs typeface="Malgun Gothic"/>
              </a:rPr>
              <a:t>내 </a:t>
            </a:r>
            <a:r>
              <a:rPr sz="1200" dirty="0">
                <a:solidFill>
                  <a:srgbClr val="FFFFFF"/>
                </a:solidFill>
                <a:latin typeface="Malgun Gothic"/>
                <a:cs typeface="Malgun Gothic"/>
              </a:rPr>
              <a:t>정확도</a:t>
            </a:r>
            <a:r>
              <a:rPr sz="1200" spc="-5" dirty="0">
                <a:solidFill>
                  <a:srgbClr val="FFFFFF"/>
                </a:solidFill>
                <a:latin typeface="Malgun Gothic"/>
                <a:cs typeface="Malgun Gothic"/>
              </a:rPr>
              <a:t> </a:t>
            </a:r>
            <a:r>
              <a:rPr sz="1200" dirty="0">
                <a:solidFill>
                  <a:srgbClr val="FFFFFF"/>
                </a:solidFill>
                <a:latin typeface="Malgun Gothic"/>
                <a:cs typeface="Malgun Gothic"/>
              </a:rPr>
              <a:t>30~40%</a:t>
            </a:r>
            <a:r>
              <a:rPr sz="1200" spc="-40" dirty="0">
                <a:solidFill>
                  <a:srgbClr val="FFFFFF"/>
                </a:solidFill>
                <a:latin typeface="Malgun Gothic"/>
                <a:cs typeface="Malgun Gothic"/>
              </a:rPr>
              <a:t> </a:t>
            </a:r>
            <a:r>
              <a:rPr sz="1200" dirty="0">
                <a:solidFill>
                  <a:srgbClr val="FFFFFF"/>
                </a:solidFill>
                <a:latin typeface="Malgun Gothic"/>
                <a:cs typeface="Malgun Gothic"/>
              </a:rPr>
              <a:t>내외로</a:t>
            </a:r>
            <a:r>
              <a:rPr sz="1200" spc="-10" dirty="0">
                <a:solidFill>
                  <a:srgbClr val="FFFFFF"/>
                </a:solidFill>
                <a:latin typeface="Malgun Gothic"/>
                <a:cs typeface="Malgun Gothic"/>
              </a:rPr>
              <a:t> </a:t>
            </a:r>
            <a:r>
              <a:rPr sz="1200" spc="-20" dirty="0">
                <a:solidFill>
                  <a:srgbClr val="FFFFFF"/>
                </a:solidFill>
                <a:latin typeface="Malgun Gothic"/>
                <a:cs typeface="Malgun Gothic"/>
              </a:rPr>
              <a:t>fine-</a:t>
            </a:r>
            <a:endParaRPr sz="1200" dirty="0">
              <a:latin typeface="Malgun Gothic"/>
              <a:cs typeface="Malgun Gothic"/>
            </a:endParaRPr>
          </a:p>
          <a:p>
            <a:pPr marL="282575" marR="5080">
              <a:lnSpc>
                <a:spcPts val="2180"/>
              </a:lnSpc>
            </a:pPr>
            <a:r>
              <a:rPr sz="1200" dirty="0">
                <a:solidFill>
                  <a:srgbClr val="FFFFFF"/>
                </a:solidFill>
                <a:latin typeface="Malgun Gothic"/>
                <a:cs typeface="Malgun Gothic"/>
              </a:rPr>
              <a:t>tuning된</a:t>
            </a:r>
            <a:r>
              <a:rPr sz="1200" spc="-20" dirty="0">
                <a:solidFill>
                  <a:srgbClr val="FFFFFF"/>
                </a:solidFill>
                <a:latin typeface="Malgun Gothic"/>
                <a:cs typeface="Malgun Gothic"/>
              </a:rPr>
              <a:t> </a:t>
            </a:r>
            <a:r>
              <a:rPr sz="1200" dirty="0">
                <a:solidFill>
                  <a:srgbClr val="FFFFFF"/>
                </a:solidFill>
                <a:latin typeface="Malgun Gothic"/>
                <a:cs typeface="Malgun Gothic"/>
              </a:rPr>
              <a:t>LLM을</a:t>
            </a:r>
            <a:r>
              <a:rPr sz="1200" spc="-20" dirty="0">
                <a:solidFill>
                  <a:srgbClr val="FFFFFF"/>
                </a:solidFill>
                <a:latin typeface="Malgun Gothic"/>
                <a:cs typeface="Malgun Gothic"/>
              </a:rPr>
              <a:t> </a:t>
            </a:r>
            <a:r>
              <a:rPr sz="1200" dirty="0">
                <a:solidFill>
                  <a:srgbClr val="FFFFFF"/>
                </a:solidFill>
                <a:latin typeface="Malgun Gothic"/>
                <a:cs typeface="Malgun Gothic"/>
              </a:rPr>
              <a:t>활용하여</a:t>
            </a:r>
            <a:r>
              <a:rPr sz="1200" spc="-15" dirty="0">
                <a:solidFill>
                  <a:srgbClr val="FFFFFF"/>
                </a:solidFill>
                <a:latin typeface="Malgun Gothic"/>
                <a:cs typeface="Malgun Gothic"/>
              </a:rPr>
              <a:t> </a:t>
            </a:r>
            <a:r>
              <a:rPr sz="1200" spc="-20" dirty="0">
                <a:solidFill>
                  <a:srgbClr val="FFFFFF"/>
                </a:solidFill>
                <a:latin typeface="Malgun Gothic"/>
                <a:cs typeface="Malgun Gothic"/>
              </a:rPr>
              <a:t>50개의 </a:t>
            </a:r>
            <a:r>
              <a:rPr sz="1200" dirty="0">
                <a:solidFill>
                  <a:srgbClr val="FFFFFF"/>
                </a:solidFill>
                <a:latin typeface="Malgun Gothic"/>
                <a:cs typeface="Malgun Gothic"/>
              </a:rPr>
              <a:t>문제에</a:t>
            </a:r>
            <a:r>
              <a:rPr sz="1200" spc="-15" dirty="0">
                <a:solidFill>
                  <a:srgbClr val="FFFFFF"/>
                </a:solidFill>
                <a:latin typeface="Malgun Gothic"/>
                <a:cs typeface="Malgun Gothic"/>
              </a:rPr>
              <a:t> </a:t>
            </a:r>
            <a:r>
              <a:rPr sz="1200" dirty="0">
                <a:solidFill>
                  <a:srgbClr val="FFFFFF"/>
                </a:solidFill>
                <a:latin typeface="Malgun Gothic"/>
                <a:cs typeface="Malgun Gothic"/>
              </a:rPr>
              <a:t>대한</a:t>
            </a:r>
            <a:r>
              <a:rPr sz="1200" spc="-5" dirty="0">
                <a:solidFill>
                  <a:srgbClr val="FFFFFF"/>
                </a:solidFill>
                <a:latin typeface="Malgun Gothic"/>
                <a:cs typeface="Malgun Gothic"/>
              </a:rPr>
              <a:t> </a:t>
            </a:r>
            <a:r>
              <a:rPr sz="1200" dirty="0">
                <a:solidFill>
                  <a:srgbClr val="FFFFFF"/>
                </a:solidFill>
                <a:latin typeface="Malgun Gothic"/>
                <a:cs typeface="Malgun Gothic"/>
              </a:rPr>
              <a:t>정확도</a:t>
            </a:r>
            <a:r>
              <a:rPr sz="1200" spc="-5" dirty="0">
                <a:solidFill>
                  <a:srgbClr val="FFFFFF"/>
                </a:solidFill>
                <a:latin typeface="Malgun Gothic"/>
                <a:cs typeface="Malgun Gothic"/>
              </a:rPr>
              <a:t> </a:t>
            </a:r>
            <a:r>
              <a:rPr sz="1200" dirty="0">
                <a:solidFill>
                  <a:srgbClr val="FFFFFF"/>
                </a:solidFill>
                <a:latin typeface="Malgun Gothic"/>
                <a:cs typeface="Malgun Gothic"/>
              </a:rPr>
              <a:t>향상</a:t>
            </a:r>
            <a:r>
              <a:rPr sz="1200" spc="-5" dirty="0">
                <a:solidFill>
                  <a:srgbClr val="FFFFFF"/>
                </a:solidFill>
                <a:latin typeface="Malgun Gothic"/>
                <a:cs typeface="Malgun Gothic"/>
              </a:rPr>
              <a:t> </a:t>
            </a:r>
            <a:r>
              <a:rPr sz="1200" spc="-25" dirty="0">
                <a:solidFill>
                  <a:srgbClr val="FFFFFF"/>
                </a:solidFill>
                <a:latin typeface="Malgun Gothic"/>
                <a:cs typeface="Malgun Gothic"/>
              </a:rPr>
              <a:t>시도</a:t>
            </a:r>
            <a:endParaRPr sz="1200" dirty="0">
              <a:latin typeface="Malgun Gothic"/>
              <a:cs typeface="Malgun Gothic"/>
            </a:endParaRPr>
          </a:p>
        </p:txBody>
      </p:sp>
      <p:pic>
        <p:nvPicPr>
          <p:cNvPr id="6" name="object 6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3829050" y="1028700"/>
            <a:ext cx="1447800" cy="1438275"/>
          </a:xfrm>
          <a:prstGeom prst="rect">
            <a:avLst/>
          </a:prstGeom>
        </p:spPr>
      </p:pic>
      <p:sp>
        <p:nvSpPr>
          <p:cNvPr id="7" name="object 7"/>
          <p:cNvSpPr txBox="1"/>
          <p:nvPr/>
        </p:nvSpPr>
        <p:spPr>
          <a:xfrm>
            <a:off x="3027045" y="2521790"/>
            <a:ext cx="3060700" cy="1114425"/>
          </a:xfrm>
          <a:prstGeom prst="rect">
            <a:avLst/>
          </a:prstGeom>
        </p:spPr>
        <p:txBody>
          <a:bodyPr vert="horz" wrap="square" lIns="0" tIns="97155" rIns="0" bIns="0" rtlCol="0">
            <a:spAutoFit/>
          </a:bodyPr>
          <a:lstStyle/>
          <a:p>
            <a:pPr marL="298450" indent="-285750">
              <a:lnSpc>
                <a:spcPct val="100000"/>
              </a:lnSpc>
              <a:spcBef>
                <a:spcPts val="765"/>
              </a:spcBef>
              <a:buClr>
                <a:srgbClr val="C00000"/>
              </a:buClr>
              <a:buFont typeface="Wingdings"/>
              <a:buChar char=""/>
              <a:tabLst>
                <a:tab pos="298450" algn="l"/>
              </a:tabLst>
            </a:pPr>
            <a:r>
              <a:rPr sz="1200" b="1" dirty="0">
                <a:solidFill>
                  <a:srgbClr val="FFFFFF"/>
                </a:solidFill>
                <a:latin typeface="Malgun Gothic"/>
                <a:cs typeface="Malgun Gothic"/>
              </a:rPr>
              <a:t>신기술</a:t>
            </a:r>
            <a:r>
              <a:rPr sz="1200" b="1" spc="-5" dirty="0">
                <a:solidFill>
                  <a:srgbClr val="FFFFFF"/>
                </a:solidFill>
                <a:latin typeface="Malgun Gothic"/>
                <a:cs typeface="Malgun Gothic"/>
              </a:rPr>
              <a:t> </a:t>
            </a:r>
            <a:r>
              <a:rPr sz="1200" b="1" dirty="0">
                <a:solidFill>
                  <a:srgbClr val="FFFFFF"/>
                </a:solidFill>
                <a:latin typeface="Malgun Gothic"/>
                <a:cs typeface="Malgun Gothic"/>
              </a:rPr>
              <a:t>활용 창의적</a:t>
            </a:r>
            <a:r>
              <a:rPr sz="1200" b="1" spc="-10" dirty="0">
                <a:solidFill>
                  <a:srgbClr val="FFFFFF"/>
                </a:solidFill>
                <a:latin typeface="Malgun Gothic"/>
                <a:cs typeface="Malgun Gothic"/>
              </a:rPr>
              <a:t> </a:t>
            </a:r>
            <a:r>
              <a:rPr sz="1200" b="1" dirty="0">
                <a:solidFill>
                  <a:srgbClr val="FFFFFF"/>
                </a:solidFill>
                <a:latin typeface="Malgun Gothic"/>
                <a:cs typeface="Malgun Gothic"/>
              </a:rPr>
              <a:t>문제 </a:t>
            </a:r>
            <a:r>
              <a:rPr sz="1200" b="1" spc="-25" dirty="0">
                <a:solidFill>
                  <a:srgbClr val="FFFFFF"/>
                </a:solidFill>
                <a:latin typeface="Malgun Gothic"/>
                <a:cs typeface="Malgun Gothic"/>
              </a:rPr>
              <a:t>해결</a:t>
            </a:r>
            <a:endParaRPr sz="1200">
              <a:latin typeface="Malgun Gothic"/>
              <a:cs typeface="Malgun Gothic"/>
            </a:endParaRPr>
          </a:p>
          <a:p>
            <a:pPr marL="336550" marR="5080">
              <a:lnSpc>
                <a:spcPts val="2180"/>
              </a:lnSpc>
              <a:spcBef>
                <a:spcPts val="25"/>
              </a:spcBef>
            </a:pPr>
            <a:r>
              <a:rPr sz="1200" dirty="0">
                <a:solidFill>
                  <a:srgbClr val="FFFFFF"/>
                </a:solidFill>
                <a:latin typeface="Malgun Gothic"/>
                <a:cs typeface="Malgun Gothic"/>
              </a:rPr>
              <a:t>프롬프트</a:t>
            </a:r>
            <a:r>
              <a:rPr sz="1200" spc="15" dirty="0">
                <a:solidFill>
                  <a:srgbClr val="FFFFFF"/>
                </a:solidFill>
                <a:latin typeface="Malgun Gothic"/>
                <a:cs typeface="Malgun Gothic"/>
              </a:rPr>
              <a:t> </a:t>
            </a:r>
            <a:r>
              <a:rPr sz="1200" dirty="0">
                <a:solidFill>
                  <a:srgbClr val="FFFFFF"/>
                </a:solidFill>
                <a:latin typeface="Malgun Gothic"/>
                <a:cs typeface="Malgun Gothic"/>
              </a:rPr>
              <a:t>엔지니어링,</a:t>
            </a:r>
            <a:r>
              <a:rPr sz="1200" spc="-5" dirty="0">
                <a:solidFill>
                  <a:srgbClr val="FFFFFF"/>
                </a:solidFill>
                <a:latin typeface="Malgun Gothic"/>
                <a:cs typeface="Malgun Gothic"/>
              </a:rPr>
              <a:t> </a:t>
            </a:r>
            <a:r>
              <a:rPr sz="1200" dirty="0">
                <a:solidFill>
                  <a:srgbClr val="FFFFFF"/>
                </a:solidFill>
                <a:latin typeface="Malgun Gothic"/>
                <a:cs typeface="Malgun Gothic"/>
              </a:rPr>
              <a:t>RAG</a:t>
            </a:r>
            <a:r>
              <a:rPr sz="1200" spc="-25" dirty="0">
                <a:solidFill>
                  <a:srgbClr val="FFFFFF"/>
                </a:solidFill>
                <a:latin typeface="Malgun Gothic"/>
                <a:cs typeface="Malgun Gothic"/>
              </a:rPr>
              <a:t> </a:t>
            </a:r>
            <a:r>
              <a:rPr sz="1200" dirty="0">
                <a:solidFill>
                  <a:srgbClr val="FFFFFF"/>
                </a:solidFill>
                <a:latin typeface="Malgun Gothic"/>
                <a:cs typeface="Malgun Gothic"/>
              </a:rPr>
              <a:t>등</a:t>
            </a:r>
            <a:r>
              <a:rPr sz="1200" spc="10" dirty="0">
                <a:solidFill>
                  <a:srgbClr val="FFFFFF"/>
                </a:solidFill>
                <a:latin typeface="Malgun Gothic"/>
                <a:cs typeface="Malgun Gothic"/>
              </a:rPr>
              <a:t> </a:t>
            </a:r>
            <a:r>
              <a:rPr sz="1200" spc="-25" dirty="0">
                <a:solidFill>
                  <a:srgbClr val="FFFFFF"/>
                </a:solidFill>
                <a:latin typeface="Malgun Gothic"/>
                <a:cs typeface="Malgun Gothic"/>
              </a:rPr>
              <a:t>신기술 </a:t>
            </a:r>
            <a:r>
              <a:rPr sz="1200" dirty="0">
                <a:solidFill>
                  <a:srgbClr val="FFFFFF"/>
                </a:solidFill>
                <a:latin typeface="Malgun Gothic"/>
                <a:cs typeface="Malgun Gothic"/>
              </a:rPr>
              <a:t>등의</a:t>
            </a:r>
            <a:r>
              <a:rPr sz="1200" spc="-15" dirty="0">
                <a:solidFill>
                  <a:srgbClr val="FFFFFF"/>
                </a:solidFill>
                <a:latin typeface="Malgun Gothic"/>
                <a:cs typeface="Malgun Gothic"/>
              </a:rPr>
              <a:t> </a:t>
            </a:r>
            <a:r>
              <a:rPr sz="1200" dirty="0">
                <a:solidFill>
                  <a:srgbClr val="FFFFFF"/>
                </a:solidFill>
                <a:latin typeface="Malgun Gothic"/>
                <a:cs typeface="Malgun Gothic"/>
              </a:rPr>
              <a:t>다양한</a:t>
            </a:r>
            <a:r>
              <a:rPr sz="1200" spc="-5" dirty="0">
                <a:solidFill>
                  <a:srgbClr val="FFFFFF"/>
                </a:solidFill>
                <a:latin typeface="Malgun Gothic"/>
                <a:cs typeface="Malgun Gothic"/>
              </a:rPr>
              <a:t> </a:t>
            </a:r>
            <a:r>
              <a:rPr sz="1200" dirty="0">
                <a:solidFill>
                  <a:srgbClr val="FFFFFF"/>
                </a:solidFill>
                <a:latin typeface="Malgun Gothic"/>
                <a:cs typeface="Malgun Gothic"/>
              </a:rPr>
              <a:t>방법을 활용하여</a:t>
            </a:r>
            <a:r>
              <a:rPr sz="1200" spc="-10" dirty="0">
                <a:solidFill>
                  <a:srgbClr val="FFFFFF"/>
                </a:solidFill>
                <a:latin typeface="Malgun Gothic"/>
                <a:cs typeface="Malgun Gothic"/>
              </a:rPr>
              <a:t> </a:t>
            </a:r>
            <a:r>
              <a:rPr sz="1200" dirty="0">
                <a:solidFill>
                  <a:srgbClr val="FFFFFF"/>
                </a:solidFill>
                <a:latin typeface="Malgun Gothic"/>
                <a:cs typeface="Malgun Gothic"/>
              </a:rPr>
              <a:t>문제 </a:t>
            </a:r>
            <a:r>
              <a:rPr sz="1200" spc="-25" dirty="0">
                <a:solidFill>
                  <a:srgbClr val="FFFFFF"/>
                </a:solidFill>
                <a:latin typeface="Malgun Gothic"/>
                <a:cs typeface="Malgun Gothic"/>
              </a:rPr>
              <a:t>해결 </a:t>
            </a:r>
            <a:r>
              <a:rPr sz="1200" dirty="0">
                <a:solidFill>
                  <a:srgbClr val="FFFFFF"/>
                </a:solidFill>
                <a:latin typeface="Malgun Gothic"/>
                <a:cs typeface="Malgun Gothic"/>
              </a:rPr>
              <a:t>(단,</a:t>
            </a:r>
            <a:r>
              <a:rPr sz="1200" spc="-10" dirty="0">
                <a:solidFill>
                  <a:srgbClr val="FFFFFF"/>
                </a:solidFill>
                <a:latin typeface="Malgun Gothic"/>
                <a:cs typeface="Malgun Gothic"/>
              </a:rPr>
              <a:t> </a:t>
            </a:r>
            <a:r>
              <a:rPr sz="1200" dirty="0">
                <a:solidFill>
                  <a:srgbClr val="FFFFFF"/>
                </a:solidFill>
                <a:latin typeface="Malgun Gothic"/>
                <a:cs typeface="Malgun Gothic"/>
              </a:rPr>
              <a:t>다른</a:t>
            </a:r>
            <a:r>
              <a:rPr sz="1200" spc="-10" dirty="0">
                <a:solidFill>
                  <a:srgbClr val="FFFFFF"/>
                </a:solidFill>
                <a:latin typeface="Malgun Gothic"/>
                <a:cs typeface="Malgun Gothic"/>
              </a:rPr>
              <a:t> </a:t>
            </a:r>
            <a:r>
              <a:rPr sz="1200" dirty="0">
                <a:solidFill>
                  <a:srgbClr val="FFFFFF"/>
                </a:solidFill>
                <a:latin typeface="Malgun Gothic"/>
                <a:cs typeface="Malgun Gothic"/>
              </a:rPr>
              <a:t>LLM</a:t>
            </a:r>
            <a:r>
              <a:rPr sz="1200" spc="10" dirty="0">
                <a:solidFill>
                  <a:srgbClr val="FFFFFF"/>
                </a:solidFill>
                <a:latin typeface="Malgun Gothic"/>
                <a:cs typeface="Malgun Gothic"/>
              </a:rPr>
              <a:t> </a:t>
            </a:r>
            <a:r>
              <a:rPr sz="1200" dirty="0">
                <a:solidFill>
                  <a:srgbClr val="FFFFFF"/>
                </a:solidFill>
                <a:latin typeface="Malgun Gothic"/>
                <a:cs typeface="Malgun Gothic"/>
              </a:rPr>
              <a:t>모델과의</a:t>
            </a:r>
            <a:r>
              <a:rPr sz="1200" spc="-5" dirty="0">
                <a:solidFill>
                  <a:srgbClr val="FFFFFF"/>
                </a:solidFill>
                <a:latin typeface="Malgun Gothic"/>
                <a:cs typeface="Malgun Gothic"/>
              </a:rPr>
              <a:t> </a:t>
            </a:r>
            <a:r>
              <a:rPr sz="1200" dirty="0">
                <a:solidFill>
                  <a:srgbClr val="FFFFFF"/>
                </a:solidFill>
                <a:latin typeface="Malgun Gothic"/>
                <a:cs typeface="Malgun Gothic"/>
              </a:rPr>
              <a:t>연계</a:t>
            </a:r>
            <a:r>
              <a:rPr sz="1200" spc="-15" dirty="0">
                <a:solidFill>
                  <a:srgbClr val="FFFFFF"/>
                </a:solidFill>
                <a:latin typeface="Malgun Gothic"/>
                <a:cs typeface="Malgun Gothic"/>
              </a:rPr>
              <a:t> </a:t>
            </a:r>
            <a:r>
              <a:rPr sz="1200" spc="-25" dirty="0">
                <a:solidFill>
                  <a:srgbClr val="FFFFFF"/>
                </a:solidFill>
                <a:latin typeface="Malgun Gothic"/>
                <a:cs typeface="Malgun Gothic"/>
              </a:rPr>
              <a:t>불가)</a:t>
            </a:r>
            <a:endParaRPr sz="1200">
              <a:latin typeface="Malgun Gothic"/>
              <a:cs typeface="Malgun Gothic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6247129" y="2520632"/>
            <a:ext cx="2680970" cy="1390650"/>
          </a:xfrm>
          <a:prstGeom prst="rect">
            <a:avLst/>
          </a:prstGeom>
        </p:spPr>
        <p:txBody>
          <a:bodyPr vert="horz" wrap="square" lIns="0" tIns="97155" rIns="0" bIns="0" rtlCol="0">
            <a:spAutoFit/>
          </a:bodyPr>
          <a:lstStyle/>
          <a:p>
            <a:pPr marL="298450" indent="-285750">
              <a:lnSpc>
                <a:spcPct val="100000"/>
              </a:lnSpc>
              <a:spcBef>
                <a:spcPts val="765"/>
              </a:spcBef>
              <a:buClr>
                <a:srgbClr val="C00000"/>
              </a:buClr>
              <a:buFont typeface="Wingdings"/>
              <a:buChar char=""/>
              <a:tabLst>
                <a:tab pos="298450" algn="l"/>
              </a:tabLst>
            </a:pPr>
            <a:r>
              <a:rPr sz="1200" b="1" dirty="0">
                <a:solidFill>
                  <a:srgbClr val="FFFFFF"/>
                </a:solidFill>
                <a:latin typeface="Malgun Gothic"/>
                <a:cs typeface="Malgun Gothic"/>
              </a:rPr>
              <a:t>Jailbreaking</a:t>
            </a:r>
            <a:r>
              <a:rPr sz="1200" b="1" spc="-55" dirty="0">
                <a:solidFill>
                  <a:srgbClr val="FFFFFF"/>
                </a:solidFill>
                <a:latin typeface="Malgun Gothic"/>
                <a:cs typeface="Malgun Gothic"/>
              </a:rPr>
              <a:t> </a:t>
            </a:r>
            <a:r>
              <a:rPr sz="1200" b="1" spc="-25" dirty="0">
                <a:solidFill>
                  <a:srgbClr val="FFFFFF"/>
                </a:solidFill>
                <a:latin typeface="Malgun Gothic"/>
                <a:cs typeface="Malgun Gothic"/>
              </a:rPr>
              <a:t>게임</a:t>
            </a:r>
            <a:endParaRPr sz="1200">
              <a:latin typeface="Malgun Gothic"/>
              <a:cs typeface="Malgun Gothic"/>
            </a:endParaRPr>
          </a:p>
          <a:p>
            <a:pPr marL="282575" marR="5080">
              <a:lnSpc>
                <a:spcPts val="2180"/>
              </a:lnSpc>
              <a:spcBef>
                <a:spcPts val="120"/>
              </a:spcBef>
            </a:pPr>
            <a:r>
              <a:rPr sz="1200" dirty="0">
                <a:solidFill>
                  <a:srgbClr val="FFFFFF"/>
                </a:solidFill>
                <a:latin typeface="Malgun Gothic"/>
                <a:cs typeface="Malgun Gothic"/>
              </a:rPr>
              <a:t>제공된</a:t>
            </a:r>
            <a:r>
              <a:rPr sz="1200" spc="-10" dirty="0">
                <a:solidFill>
                  <a:srgbClr val="FFFFFF"/>
                </a:solidFill>
                <a:latin typeface="Malgun Gothic"/>
                <a:cs typeface="Malgun Gothic"/>
              </a:rPr>
              <a:t> </a:t>
            </a:r>
            <a:r>
              <a:rPr sz="1200" dirty="0">
                <a:solidFill>
                  <a:srgbClr val="FFFFFF"/>
                </a:solidFill>
                <a:latin typeface="Malgun Gothic"/>
                <a:cs typeface="Malgun Gothic"/>
              </a:rPr>
              <a:t>LLM의</a:t>
            </a:r>
            <a:r>
              <a:rPr sz="1200" spc="-10" dirty="0">
                <a:solidFill>
                  <a:srgbClr val="FFFFFF"/>
                </a:solidFill>
                <a:latin typeface="Malgun Gothic"/>
                <a:cs typeface="Malgun Gothic"/>
              </a:rPr>
              <a:t> </a:t>
            </a:r>
            <a:r>
              <a:rPr sz="1200" dirty="0">
                <a:solidFill>
                  <a:srgbClr val="FFFFFF"/>
                </a:solidFill>
                <a:latin typeface="Malgun Gothic"/>
                <a:cs typeface="Malgun Gothic"/>
              </a:rPr>
              <a:t>시스템</a:t>
            </a:r>
            <a:r>
              <a:rPr sz="1200" spc="-5" dirty="0">
                <a:solidFill>
                  <a:srgbClr val="FFFFFF"/>
                </a:solidFill>
                <a:latin typeface="Malgun Gothic"/>
                <a:cs typeface="Malgun Gothic"/>
              </a:rPr>
              <a:t> </a:t>
            </a:r>
            <a:r>
              <a:rPr sz="1200" spc="-20" dirty="0">
                <a:solidFill>
                  <a:srgbClr val="FFFFFF"/>
                </a:solidFill>
                <a:latin typeface="Malgun Gothic"/>
                <a:cs typeface="Malgun Gothic"/>
              </a:rPr>
              <a:t>프롬프트에 </a:t>
            </a:r>
            <a:r>
              <a:rPr sz="1200" dirty="0">
                <a:solidFill>
                  <a:srgbClr val="FFFFFF"/>
                </a:solidFill>
                <a:latin typeface="Malgun Gothic"/>
                <a:cs typeface="Malgun Gothic"/>
              </a:rPr>
              <a:t>숨겨진</a:t>
            </a:r>
            <a:r>
              <a:rPr sz="1200" spc="-5" dirty="0">
                <a:solidFill>
                  <a:srgbClr val="FFFFFF"/>
                </a:solidFill>
                <a:latin typeface="Malgun Gothic"/>
                <a:cs typeface="Malgun Gothic"/>
              </a:rPr>
              <a:t> </a:t>
            </a:r>
            <a:r>
              <a:rPr sz="1200" dirty="0">
                <a:solidFill>
                  <a:srgbClr val="FFFFFF"/>
                </a:solidFill>
                <a:latin typeface="Malgun Gothic"/>
                <a:cs typeface="Malgun Gothic"/>
              </a:rPr>
              <a:t>단어를 찾아</a:t>
            </a:r>
            <a:r>
              <a:rPr sz="1200" spc="-5" dirty="0">
                <a:solidFill>
                  <a:srgbClr val="FFFFFF"/>
                </a:solidFill>
                <a:latin typeface="Malgun Gothic"/>
                <a:cs typeface="Malgun Gothic"/>
              </a:rPr>
              <a:t> </a:t>
            </a:r>
            <a:r>
              <a:rPr sz="1200" dirty="0">
                <a:solidFill>
                  <a:srgbClr val="FFFFFF"/>
                </a:solidFill>
                <a:latin typeface="Malgun Gothic"/>
                <a:cs typeface="Malgun Gothic"/>
              </a:rPr>
              <a:t>내는 </a:t>
            </a:r>
            <a:r>
              <a:rPr sz="1200" spc="-20" dirty="0">
                <a:solidFill>
                  <a:srgbClr val="FFFFFF"/>
                </a:solidFill>
                <a:latin typeface="Malgun Gothic"/>
                <a:cs typeface="Malgun Gothic"/>
              </a:rPr>
              <a:t>게임으로,</a:t>
            </a:r>
            <a:endParaRPr sz="1200">
              <a:latin typeface="Malgun Gothic"/>
              <a:cs typeface="Malgun Gothic"/>
            </a:endParaRPr>
          </a:p>
          <a:p>
            <a:pPr marL="282575">
              <a:lnSpc>
                <a:spcPct val="100000"/>
              </a:lnSpc>
              <a:spcBef>
                <a:spcPts val="540"/>
              </a:spcBef>
            </a:pPr>
            <a:r>
              <a:rPr sz="1200" dirty="0">
                <a:solidFill>
                  <a:srgbClr val="FFFFFF"/>
                </a:solidFill>
                <a:latin typeface="Malgun Gothic"/>
                <a:cs typeface="Malgun Gothic"/>
              </a:rPr>
              <a:t>정답</a:t>
            </a:r>
            <a:r>
              <a:rPr sz="1200" spc="-5" dirty="0">
                <a:solidFill>
                  <a:srgbClr val="FFFFFF"/>
                </a:solidFill>
                <a:latin typeface="Malgun Gothic"/>
                <a:cs typeface="Malgun Gothic"/>
              </a:rPr>
              <a:t> </a:t>
            </a:r>
            <a:r>
              <a:rPr sz="1200" dirty="0">
                <a:solidFill>
                  <a:srgbClr val="FFFFFF"/>
                </a:solidFill>
                <a:latin typeface="Malgun Gothic"/>
                <a:cs typeface="Malgun Gothic"/>
              </a:rPr>
              <a:t>제출</a:t>
            </a:r>
            <a:r>
              <a:rPr sz="1200" spc="-5" dirty="0">
                <a:solidFill>
                  <a:srgbClr val="FFFFFF"/>
                </a:solidFill>
                <a:latin typeface="Malgun Gothic"/>
                <a:cs typeface="Malgun Gothic"/>
              </a:rPr>
              <a:t> </a:t>
            </a:r>
            <a:r>
              <a:rPr sz="1200" dirty="0">
                <a:solidFill>
                  <a:srgbClr val="FFFFFF"/>
                </a:solidFill>
                <a:latin typeface="Malgun Gothic"/>
                <a:cs typeface="Malgun Gothic"/>
              </a:rPr>
              <a:t>전 채팅</a:t>
            </a:r>
            <a:r>
              <a:rPr sz="1200" spc="-5" dirty="0">
                <a:solidFill>
                  <a:srgbClr val="FFFFFF"/>
                </a:solidFill>
                <a:latin typeface="Malgun Gothic"/>
                <a:cs typeface="Malgun Gothic"/>
              </a:rPr>
              <a:t> </a:t>
            </a:r>
            <a:r>
              <a:rPr sz="1200" dirty="0">
                <a:solidFill>
                  <a:srgbClr val="FFFFFF"/>
                </a:solidFill>
                <a:latin typeface="Malgun Gothic"/>
                <a:cs typeface="Malgun Gothic"/>
              </a:rPr>
              <a:t>횟수</a:t>
            </a:r>
            <a:r>
              <a:rPr sz="1200" spc="-5" dirty="0">
                <a:solidFill>
                  <a:srgbClr val="FFFFFF"/>
                </a:solidFill>
                <a:latin typeface="Malgun Gothic"/>
                <a:cs typeface="Malgun Gothic"/>
              </a:rPr>
              <a:t> </a:t>
            </a:r>
            <a:r>
              <a:rPr sz="1200" dirty="0">
                <a:solidFill>
                  <a:srgbClr val="FFFFFF"/>
                </a:solidFill>
                <a:latin typeface="Malgun Gothic"/>
                <a:cs typeface="Malgun Gothic"/>
              </a:rPr>
              <a:t>및 </a:t>
            </a:r>
            <a:r>
              <a:rPr sz="1200" spc="-25" dirty="0">
                <a:solidFill>
                  <a:srgbClr val="FFFFFF"/>
                </a:solidFill>
                <a:latin typeface="Malgun Gothic"/>
                <a:cs typeface="Malgun Gothic"/>
              </a:rPr>
              <a:t>최종</a:t>
            </a:r>
            <a:endParaRPr sz="1200">
              <a:latin typeface="Malgun Gothic"/>
              <a:cs typeface="Malgun Gothic"/>
            </a:endParaRPr>
          </a:p>
          <a:p>
            <a:pPr marL="282575">
              <a:lnSpc>
                <a:spcPct val="100000"/>
              </a:lnSpc>
              <a:spcBef>
                <a:spcPts val="740"/>
              </a:spcBef>
            </a:pPr>
            <a:r>
              <a:rPr sz="1200" dirty="0">
                <a:solidFill>
                  <a:srgbClr val="FFFFFF"/>
                </a:solidFill>
                <a:latin typeface="Malgun Gothic"/>
                <a:cs typeface="Malgun Gothic"/>
              </a:rPr>
              <a:t>단계</a:t>
            </a:r>
            <a:r>
              <a:rPr sz="1200" spc="-20" dirty="0">
                <a:solidFill>
                  <a:srgbClr val="FFFFFF"/>
                </a:solidFill>
                <a:latin typeface="Malgun Gothic"/>
                <a:cs typeface="Malgun Gothic"/>
              </a:rPr>
              <a:t> </a:t>
            </a:r>
            <a:r>
              <a:rPr sz="1200" dirty="0">
                <a:solidFill>
                  <a:srgbClr val="FFFFFF"/>
                </a:solidFill>
                <a:latin typeface="Malgun Gothic"/>
                <a:cs typeface="Malgun Gothic"/>
              </a:rPr>
              <a:t>기준으로 점수</a:t>
            </a:r>
            <a:r>
              <a:rPr sz="1200" spc="-5" dirty="0">
                <a:solidFill>
                  <a:srgbClr val="FFFFFF"/>
                </a:solidFill>
                <a:latin typeface="Malgun Gothic"/>
                <a:cs typeface="Malgun Gothic"/>
              </a:rPr>
              <a:t> </a:t>
            </a:r>
            <a:r>
              <a:rPr sz="1200" spc="-25" dirty="0">
                <a:solidFill>
                  <a:srgbClr val="FFFFFF"/>
                </a:solidFill>
                <a:latin typeface="Malgun Gothic"/>
                <a:cs typeface="Malgun Gothic"/>
              </a:rPr>
              <a:t>산출</a:t>
            </a:r>
            <a:endParaRPr sz="1200">
              <a:latin typeface="Malgun Gothic"/>
              <a:cs typeface="Malgun Gothic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05092" y="94868"/>
            <a:ext cx="5490845" cy="324448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5875">
              <a:lnSpc>
                <a:spcPct val="100000"/>
              </a:lnSpc>
              <a:spcBef>
                <a:spcPts val="130"/>
              </a:spcBef>
            </a:pPr>
            <a:r>
              <a:rPr dirty="0"/>
              <a:t>메타인지</a:t>
            </a:r>
            <a:r>
              <a:rPr spc="-30" dirty="0"/>
              <a:t> </a:t>
            </a:r>
            <a:r>
              <a:rPr dirty="0"/>
              <a:t>AI</a:t>
            </a:r>
            <a:r>
              <a:rPr spc="-15" dirty="0"/>
              <a:t> </a:t>
            </a:r>
            <a:r>
              <a:rPr lang="ko-KR" altLang="en-US" spc="-15" dirty="0" err="1"/>
              <a:t>해커톤</a:t>
            </a:r>
            <a:r>
              <a:rPr spc="-55" dirty="0"/>
              <a:t> </a:t>
            </a:r>
            <a:r>
              <a:rPr spc="-20" dirty="0"/>
              <a:t>평가방안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90182" y="524446"/>
            <a:ext cx="6113780" cy="3645229"/>
          </a:xfrm>
          <a:prstGeom prst="rect">
            <a:avLst/>
          </a:prstGeom>
        </p:spPr>
        <p:txBody>
          <a:bodyPr vert="horz" wrap="square" lIns="0" tIns="122555" rIns="0" bIns="0" rtlCol="0">
            <a:spAutoFit/>
          </a:bodyPr>
          <a:lstStyle/>
          <a:p>
            <a:pPr marL="298450" indent="-285750">
              <a:lnSpc>
                <a:spcPct val="100000"/>
              </a:lnSpc>
              <a:spcBef>
                <a:spcPts val="965"/>
              </a:spcBef>
              <a:buClr>
                <a:srgbClr val="C00000"/>
              </a:buClr>
              <a:buFont typeface="Wingdings"/>
              <a:buChar char=""/>
              <a:tabLst>
                <a:tab pos="298450" algn="l"/>
              </a:tabLst>
            </a:pPr>
            <a:r>
              <a:rPr sz="1400" b="1" dirty="0">
                <a:solidFill>
                  <a:srgbClr val="FFFFFF"/>
                </a:solidFill>
                <a:latin typeface="Malgun Gothic"/>
                <a:cs typeface="Malgun Gothic"/>
              </a:rPr>
              <a:t>정</a:t>
            </a:r>
            <a:r>
              <a:rPr lang="ko-KR" altLang="en-US" sz="1400" b="1" dirty="0">
                <a:solidFill>
                  <a:srgbClr val="FFFFFF"/>
                </a:solidFill>
                <a:latin typeface="Malgun Gothic"/>
                <a:cs typeface="Malgun Gothic"/>
              </a:rPr>
              <a:t>량</a:t>
            </a:r>
            <a:r>
              <a:rPr sz="1400" b="1" dirty="0" err="1">
                <a:solidFill>
                  <a:srgbClr val="FFFFFF"/>
                </a:solidFill>
                <a:latin typeface="Malgun Gothic"/>
                <a:cs typeface="Malgun Gothic"/>
              </a:rPr>
              <a:t>평가</a:t>
            </a:r>
            <a:r>
              <a:rPr sz="1400" b="1" dirty="0">
                <a:solidFill>
                  <a:srgbClr val="FFFFFF"/>
                </a:solidFill>
                <a:latin typeface="Malgun Gothic"/>
                <a:cs typeface="Malgun Gothic"/>
              </a:rPr>
              <a:t>(70%),</a:t>
            </a:r>
            <a:r>
              <a:rPr sz="1400" b="1" spc="-45" dirty="0">
                <a:solidFill>
                  <a:srgbClr val="FFFFFF"/>
                </a:solidFill>
                <a:latin typeface="Malgun Gothic"/>
                <a:cs typeface="Malgun Gothic"/>
              </a:rPr>
              <a:t> </a:t>
            </a:r>
            <a:r>
              <a:rPr sz="1400" b="1" dirty="0">
                <a:solidFill>
                  <a:srgbClr val="FFFFFF"/>
                </a:solidFill>
                <a:latin typeface="Malgun Gothic"/>
                <a:cs typeface="Malgun Gothic"/>
              </a:rPr>
              <a:t>정</a:t>
            </a:r>
            <a:r>
              <a:rPr lang="ko-KR" altLang="en-US" sz="1400" b="1" dirty="0">
                <a:solidFill>
                  <a:srgbClr val="FFFFFF"/>
                </a:solidFill>
                <a:latin typeface="Malgun Gothic"/>
                <a:cs typeface="Malgun Gothic"/>
              </a:rPr>
              <a:t>성</a:t>
            </a:r>
            <a:r>
              <a:rPr sz="1400" b="1" dirty="0" err="1">
                <a:solidFill>
                  <a:srgbClr val="FFFFFF"/>
                </a:solidFill>
                <a:latin typeface="Malgun Gothic"/>
                <a:cs typeface="Malgun Gothic"/>
              </a:rPr>
              <a:t>평가</a:t>
            </a:r>
            <a:r>
              <a:rPr sz="1400" b="1" dirty="0">
                <a:solidFill>
                  <a:srgbClr val="FFFFFF"/>
                </a:solidFill>
                <a:latin typeface="Malgun Gothic"/>
                <a:cs typeface="Malgun Gothic"/>
              </a:rPr>
              <a:t>(30%)로</a:t>
            </a:r>
            <a:r>
              <a:rPr sz="1400" b="1" spc="-70" dirty="0">
                <a:solidFill>
                  <a:srgbClr val="FFFFFF"/>
                </a:solidFill>
                <a:latin typeface="Malgun Gothic"/>
                <a:cs typeface="Malgun Gothic"/>
              </a:rPr>
              <a:t> </a:t>
            </a:r>
            <a:r>
              <a:rPr sz="1400" b="1" dirty="0">
                <a:solidFill>
                  <a:srgbClr val="FFFFFF"/>
                </a:solidFill>
                <a:latin typeface="Malgun Gothic"/>
                <a:cs typeface="Malgun Gothic"/>
              </a:rPr>
              <a:t>심사</a:t>
            </a:r>
            <a:r>
              <a:rPr sz="1400" b="1" spc="-95" dirty="0">
                <a:solidFill>
                  <a:srgbClr val="FFFFFF"/>
                </a:solidFill>
                <a:latin typeface="Malgun Gothic"/>
                <a:cs typeface="Malgun Gothic"/>
              </a:rPr>
              <a:t> </a:t>
            </a:r>
            <a:r>
              <a:rPr sz="1400" b="1" spc="-25" dirty="0">
                <a:solidFill>
                  <a:srgbClr val="FFFFFF"/>
                </a:solidFill>
                <a:latin typeface="Malgun Gothic"/>
                <a:cs typeface="Malgun Gothic"/>
              </a:rPr>
              <a:t>진행</a:t>
            </a:r>
            <a:endParaRPr sz="1400" dirty="0">
              <a:latin typeface="Malgun Gothic"/>
              <a:cs typeface="Malgun Gothic"/>
            </a:endParaRPr>
          </a:p>
          <a:p>
            <a:pPr marL="322580">
              <a:lnSpc>
                <a:spcPct val="100000"/>
              </a:lnSpc>
              <a:spcBef>
                <a:spcPts val="875"/>
              </a:spcBef>
            </a:pPr>
            <a:r>
              <a:rPr sz="1400" dirty="0">
                <a:solidFill>
                  <a:srgbClr val="FFFFFF"/>
                </a:solidFill>
                <a:latin typeface="Malgun Gothic"/>
                <a:cs typeface="Malgun Gothic"/>
              </a:rPr>
              <a:t>→</a:t>
            </a:r>
            <a:r>
              <a:rPr sz="1400" spc="-25" dirty="0">
                <a:solidFill>
                  <a:srgbClr val="FFFFFF"/>
                </a:solidFill>
                <a:latin typeface="Malgun Gothic"/>
                <a:cs typeface="Malgun Gothic"/>
              </a:rPr>
              <a:t> </a:t>
            </a:r>
            <a:r>
              <a:rPr sz="1400" dirty="0">
                <a:solidFill>
                  <a:srgbClr val="FFFFFF"/>
                </a:solidFill>
                <a:latin typeface="Malgun Gothic"/>
                <a:cs typeface="Malgun Gothic"/>
              </a:rPr>
              <a:t>정량평가의</a:t>
            </a:r>
            <a:r>
              <a:rPr sz="1400" spc="-50" dirty="0">
                <a:solidFill>
                  <a:srgbClr val="FFFFFF"/>
                </a:solidFill>
                <a:latin typeface="Malgun Gothic"/>
                <a:cs typeface="Malgun Gothic"/>
              </a:rPr>
              <a:t> </a:t>
            </a:r>
            <a:r>
              <a:rPr sz="1400" dirty="0">
                <a:solidFill>
                  <a:srgbClr val="FFFFFF"/>
                </a:solidFill>
                <a:latin typeface="Malgun Gothic"/>
                <a:cs typeface="Malgun Gothic"/>
              </a:rPr>
              <a:t>경우</a:t>
            </a:r>
            <a:r>
              <a:rPr sz="1400" spc="-50" dirty="0">
                <a:solidFill>
                  <a:srgbClr val="FFFFFF"/>
                </a:solidFill>
                <a:latin typeface="Malgun Gothic"/>
                <a:cs typeface="Malgun Gothic"/>
              </a:rPr>
              <a:t> </a:t>
            </a:r>
            <a:r>
              <a:rPr sz="1400" dirty="0">
                <a:solidFill>
                  <a:srgbClr val="FFFFFF"/>
                </a:solidFill>
                <a:latin typeface="Malgun Gothic"/>
                <a:cs typeface="Malgun Gothic"/>
              </a:rPr>
              <a:t>플랫폼에서</a:t>
            </a:r>
            <a:r>
              <a:rPr sz="1400" spc="-45" dirty="0">
                <a:solidFill>
                  <a:srgbClr val="FFFFFF"/>
                </a:solidFill>
                <a:latin typeface="Malgun Gothic"/>
                <a:cs typeface="Malgun Gothic"/>
              </a:rPr>
              <a:t> </a:t>
            </a:r>
            <a:r>
              <a:rPr sz="1400" dirty="0">
                <a:solidFill>
                  <a:srgbClr val="FFFFFF"/>
                </a:solidFill>
                <a:latin typeface="Malgun Gothic"/>
                <a:cs typeface="Malgun Gothic"/>
              </a:rPr>
              <a:t>자동</a:t>
            </a:r>
            <a:r>
              <a:rPr sz="1400" spc="-45" dirty="0">
                <a:solidFill>
                  <a:srgbClr val="FFFFFF"/>
                </a:solidFill>
                <a:latin typeface="Malgun Gothic"/>
                <a:cs typeface="Malgun Gothic"/>
              </a:rPr>
              <a:t> </a:t>
            </a:r>
            <a:r>
              <a:rPr sz="1400" spc="-25" dirty="0">
                <a:solidFill>
                  <a:srgbClr val="FFFFFF"/>
                </a:solidFill>
                <a:latin typeface="Malgun Gothic"/>
                <a:cs typeface="Malgun Gothic"/>
              </a:rPr>
              <a:t>채점</a:t>
            </a:r>
            <a:endParaRPr sz="1400" dirty="0">
              <a:latin typeface="Malgun Gothic"/>
              <a:cs typeface="Malgun Gothic"/>
            </a:endParaRPr>
          </a:p>
          <a:p>
            <a:pPr>
              <a:lnSpc>
                <a:spcPct val="100000"/>
              </a:lnSpc>
              <a:spcBef>
                <a:spcPts val="105"/>
              </a:spcBef>
            </a:pPr>
            <a:endParaRPr sz="1400" dirty="0">
              <a:latin typeface="Malgun Gothic"/>
              <a:cs typeface="Malgun Gothic"/>
            </a:endParaRPr>
          </a:p>
          <a:p>
            <a:pPr marL="298450" indent="-285750">
              <a:lnSpc>
                <a:spcPct val="100000"/>
              </a:lnSpc>
              <a:buClr>
                <a:srgbClr val="C00000"/>
              </a:buClr>
              <a:buFont typeface="Wingdings"/>
              <a:buChar char=""/>
              <a:tabLst>
                <a:tab pos="298450" algn="l"/>
              </a:tabLst>
            </a:pPr>
            <a:r>
              <a:rPr sz="1400" b="1" u="sng" spc="-20" dirty="0" err="1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Malgun Gothic"/>
                <a:cs typeface="Malgun Gothic"/>
              </a:rPr>
              <a:t>정량평가</a:t>
            </a:r>
            <a:endParaRPr sz="1400" dirty="0">
              <a:latin typeface="Malgun Gothic"/>
              <a:cs typeface="Malgun Gothic"/>
            </a:endParaRPr>
          </a:p>
          <a:p>
            <a:pPr marL="456565" lvl="1" indent="-133985">
              <a:lnSpc>
                <a:spcPct val="100000"/>
              </a:lnSpc>
              <a:spcBef>
                <a:spcPts val="875"/>
              </a:spcBef>
              <a:buChar char="-"/>
              <a:tabLst>
                <a:tab pos="456565" algn="l"/>
              </a:tabLst>
            </a:pPr>
            <a:r>
              <a:rPr sz="1400" dirty="0" err="1">
                <a:solidFill>
                  <a:srgbClr val="FFFFFF"/>
                </a:solidFill>
                <a:latin typeface="Malgun Gothic"/>
                <a:cs typeface="Malgun Gothic"/>
              </a:rPr>
              <a:t>정답률</a:t>
            </a:r>
            <a:r>
              <a:rPr sz="1400" spc="-5" dirty="0">
                <a:solidFill>
                  <a:srgbClr val="FFFFFF"/>
                </a:solidFill>
                <a:latin typeface="Malgun Gothic"/>
                <a:cs typeface="Malgun Gothic"/>
              </a:rPr>
              <a:t> </a:t>
            </a:r>
            <a:r>
              <a:rPr sz="1400" dirty="0" err="1">
                <a:solidFill>
                  <a:srgbClr val="FFFFFF"/>
                </a:solidFill>
                <a:latin typeface="Malgun Gothic"/>
                <a:cs typeface="Malgun Gothic"/>
              </a:rPr>
              <a:t>측정</a:t>
            </a:r>
            <a:r>
              <a:rPr sz="1400" spc="-55" dirty="0">
                <a:solidFill>
                  <a:srgbClr val="FFFFFF"/>
                </a:solidFill>
                <a:latin typeface="Malgun Gothic"/>
                <a:cs typeface="Malgun Gothic"/>
              </a:rPr>
              <a:t> </a:t>
            </a:r>
            <a:r>
              <a:rPr sz="1400" dirty="0">
                <a:solidFill>
                  <a:srgbClr val="FFFFFF"/>
                </a:solidFill>
                <a:latin typeface="Malgun Gothic"/>
                <a:cs typeface="Malgun Gothic"/>
              </a:rPr>
              <a:t>:</a:t>
            </a:r>
            <a:r>
              <a:rPr sz="1400" spc="15" dirty="0">
                <a:solidFill>
                  <a:srgbClr val="FFFFFF"/>
                </a:solidFill>
                <a:latin typeface="Malgun Gothic"/>
                <a:cs typeface="Malgun Gothic"/>
              </a:rPr>
              <a:t> </a:t>
            </a:r>
            <a:r>
              <a:rPr sz="1400" dirty="0">
                <a:solidFill>
                  <a:srgbClr val="FFFFFF"/>
                </a:solidFill>
                <a:latin typeface="Malgun Gothic"/>
                <a:cs typeface="Malgun Gothic"/>
              </a:rPr>
              <a:t>50개의</a:t>
            </a:r>
            <a:r>
              <a:rPr sz="1400" spc="-60" dirty="0">
                <a:solidFill>
                  <a:srgbClr val="FFFFFF"/>
                </a:solidFill>
                <a:latin typeface="Malgun Gothic"/>
                <a:cs typeface="Malgun Gothic"/>
              </a:rPr>
              <a:t> </a:t>
            </a:r>
            <a:r>
              <a:rPr sz="1400" dirty="0" err="1">
                <a:solidFill>
                  <a:srgbClr val="FFFFFF"/>
                </a:solidFill>
                <a:latin typeface="Malgun Gothic"/>
                <a:cs typeface="Malgun Gothic"/>
              </a:rPr>
              <a:t>질문</a:t>
            </a:r>
            <a:r>
              <a:rPr sz="1400" spc="-55" dirty="0">
                <a:solidFill>
                  <a:srgbClr val="FFFFFF"/>
                </a:solidFill>
                <a:latin typeface="Malgun Gothic"/>
                <a:cs typeface="Malgun Gothic"/>
              </a:rPr>
              <a:t> </a:t>
            </a:r>
            <a:r>
              <a:rPr sz="1400" dirty="0">
                <a:solidFill>
                  <a:srgbClr val="FFFFFF"/>
                </a:solidFill>
                <a:latin typeface="Malgun Gothic"/>
                <a:cs typeface="Malgun Gothic"/>
              </a:rPr>
              <a:t>중</a:t>
            </a:r>
            <a:r>
              <a:rPr sz="1400" spc="-30" dirty="0">
                <a:solidFill>
                  <a:srgbClr val="FFFFFF"/>
                </a:solidFill>
                <a:latin typeface="Malgun Gothic"/>
                <a:cs typeface="Malgun Gothic"/>
              </a:rPr>
              <a:t> </a:t>
            </a:r>
            <a:r>
              <a:rPr sz="1400" dirty="0" err="1">
                <a:solidFill>
                  <a:srgbClr val="FFFFFF"/>
                </a:solidFill>
                <a:latin typeface="Malgun Gothic"/>
                <a:cs typeface="Malgun Gothic"/>
              </a:rPr>
              <a:t>정답을</a:t>
            </a:r>
            <a:r>
              <a:rPr sz="1400" spc="-10" dirty="0">
                <a:solidFill>
                  <a:srgbClr val="FFFFFF"/>
                </a:solidFill>
                <a:latin typeface="Malgun Gothic"/>
                <a:cs typeface="Malgun Gothic"/>
              </a:rPr>
              <a:t> </a:t>
            </a:r>
            <a:r>
              <a:rPr sz="1400" dirty="0" err="1">
                <a:solidFill>
                  <a:srgbClr val="FFFFFF"/>
                </a:solidFill>
                <a:latin typeface="Malgun Gothic"/>
                <a:cs typeface="Malgun Gothic"/>
              </a:rPr>
              <a:t>맞춘</a:t>
            </a:r>
            <a:r>
              <a:rPr sz="1400" spc="-60" dirty="0">
                <a:solidFill>
                  <a:srgbClr val="FFFFFF"/>
                </a:solidFill>
                <a:latin typeface="Malgun Gothic"/>
                <a:cs typeface="Malgun Gothic"/>
              </a:rPr>
              <a:t> </a:t>
            </a:r>
            <a:r>
              <a:rPr sz="1400" spc="-25" dirty="0" err="1">
                <a:solidFill>
                  <a:srgbClr val="FFFFFF"/>
                </a:solidFill>
                <a:latin typeface="Malgun Gothic"/>
                <a:cs typeface="Malgun Gothic"/>
              </a:rPr>
              <a:t>개수</a:t>
            </a:r>
            <a:endParaRPr sz="1400" dirty="0">
              <a:latin typeface="Malgun Gothic"/>
              <a:cs typeface="Malgun Gothic"/>
            </a:endParaRPr>
          </a:p>
          <a:p>
            <a:pPr marL="456565" lvl="1" indent="-133985">
              <a:lnSpc>
                <a:spcPct val="100000"/>
              </a:lnSpc>
              <a:spcBef>
                <a:spcPts val="800"/>
              </a:spcBef>
              <a:buChar char="-"/>
              <a:tabLst>
                <a:tab pos="456565" algn="l"/>
              </a:tabLst>
            </a:pPr>
            <a:r>
              <a:rPr sz="1400" dirty="0" err="1">
                <a:solidFill>
                  <a:srgbClr val="FFFFFF"/>
                </a:solidFill>
                <a:latin typeface="Malgun Gothic"/>
                <a:cs typeface="Malgun Gothic"/>
              </a:rPr>
              <a:t>향상도</a:t>
            </a:r>
            <a:r>
              <a:rPr sz="1400" spc="-15" dirty="0">
                <a:solidFill>
                  <a:srgbClr val="FFFFFF"/>
                </a:solidFill>
                <a:latin typeface="Malgun Gothic"/>
                <a:cs typeface="Malgun Gothic"/>
              </a:rPr>
              <a:t> </a:t>
            </a:r>
            <a:r>
              <a:rPr sz="1400" dirty="0" err="1">
                <a:solidFill>
                  <a:srgbClr val="FFFFFF"/>
                </a:solidFill>
                <a:latin typeface="Malgun Gothic"/>
                <a:cs typeface="Malgun Gothic"/>
              </a:rPr>
              <a:t>평가</a:t>
            </a:r>
            <a:r>
              <a:rPr sz="1400" spc="-60" dirty="0">
                <a:solidFill>
                  <a:srgbClr val="FFFFFF"/>
                </a:solidFill>
                <a:latin typeface="Malgun Gothic"/>
                <a:cs typeface="Malgun Gothic"/>
              </a:rPr>
              <a:t> </a:t>
            </a:r>
            <a:r>
              <a:rPr sz="1400" dirty="0">
                <a:solidFill>
                  <a:srgbClr val="FFFFFF"/>
                </a:solidFill>
                <a:latin typeface="Malgun Gothic"/>
                <a:cs typeface="Malgun Gothic"/>
              </a:rPr>
              <a:t>:</a:t>
            </a:r>
            <a:r>
              <a:rPr sz="1400" spc="-10" dirty="0">
                <a:solidFill>
                  <a:srgbClr val="FFFFFF"/>
                </a:solidFill>
                <a:latin typeface="Malgun Gothic"/>
                <a:cs typeface="Malgun Gothic"/>
              </a:rPr>
              <a:t> </a:t>
            </a:r>
            <a:r>
              <a:rPr sz="1400" dirty="0" err="1">
                <a:solidFill>
                  <a:srgbClr val="FFFFFF"/>
                </a:solidFill>
                <a:latin typeface="Malgun Gothic"/>
                <a:cs typeface="Malgun Gothic"/>
              </a:rPr>
              <a:t>초기</a:t>
            </a:r>
            <a:r>
              <a:rPr sz="1400" spc="-65" dirty="0">
                <a:solidFill>
                  <a:srgbClr val="FFFFFF"/>
                </a:solidFill>
                <a:latin typeface="Malgun Gothic"/>
                <a:cs typeface="Malgun Gothic"/>
              </a:rPr>
              <a:t> </a:t>
            </a:r>
            <a:r>
              <a:rPr sz="1400" dirty="0" err="1">
                <a:solidFill>
                  <a:srgbClr val="FFFFFF"/>
                </a:solidFill>
                <a:latin typeface="Malgun Gothic"/>
                <a:cs typeface="Malgun Gothic"/>
              </a:rPr>
              <a:t>모델</a:t>
            </a:r>
            <a:r>
              <a:rPr sz="1400" spc="-60" dirty="0">
                <a:solidFill>
                  <a:srgbClr val="FFFFFF"/>
                </a:solidFill>
                <a:latin typeface="Malgun Gothic"/>
                <a:cs typeface="Malgun Gothic"/>
              </a:rPr>
              <a:t> </a:t>
            </a:r>
            <a:r>
              <a:rPr sz="1400" dirty="0" err="1">
                <a:solidFill>
                  <a:srgbClr val="FFFFFF"/>
                </a:solidFill>
                <a:latin typeface="Malgun Gothic"/>
                <a:cs typeface="Malgun Gothic"/>
              </a:rPr>
              <a:t>정답률</a:t>
            </a:r>
            <a:r>
              <a:rPr sz="1400" spc="-20" dirty="0">
                <a:solidFill>
                  <a:srgbClr val="FFFFFF"/>
                </a:solidFill>
                <a:latin typeface="Malgun Gothic"/>
                <a:cs typeface="Malgun Gothic"/>
              </a:rPr>
              <a:t> </a:t>
            </a:r>
            <a:r>
              <a:rPr sz="1400" dirty="0" err="1">
                <a:solidFill>
                  <a:srgbClr val="FFFFFF"/>
                </a:solidFill>
                <a:latin typeface="Malgun Gothic"/>
                <a:cs typeface="Malgun Gothic"/>
              </a:rPr>
              <a:t>대비</a:t>
            </a:r>
            <a:r>
              <a:rPr sz="1400" spc="-65" dirty="0">
                <a:solidFill>
                  <a:srgbClr val="FFFFFF"/>
                </a:solidFill>
                <a:latin typeface="Malgun Gothic"/>
                <a:cs typeface="Malgun Gothic"/>
              </a:rPr>
              <a:t> </a:t>
            </a:r>
            <a:r>
              <a:rPr sz="1400" dirty="0" err="1">
                <a:solidFill>
                  <a:srgbClr val="FFFFFF"/>
                </a:solidFill>
                <a:latin typeface="Malgun Gothic"/>
                <a:cs typeface="Malgun Gothic"/>
              </a:rPr>
              <a:t>향상된</a:t>
            </a:r>
            <a:r>
              <a:rPr sz="1400" spc="-15" dirty="0">
                <a:solidFill>
                  <a:srgbClr val="FFFFFF"/>
                </a:solidFill>
                <a:latin typeface="Malgun Gothic"/>
                <a:cs typeface="Malgun Gothic"/>
              </a:rPr>
              <a:t> </a:t>
            </a:r>
            <a:r>
              <a:rPr sz="1400" dirty="0" err="1">
                <a:solidFill>
                  <a:srgbClr val="FFFFFF"/>
                </a:solidFill>
                <a:latin typeface="Malgun Gothic"/>
                <a:cs typeface="Malgun Gothic"/>
              </a:rPr>
              <a:t>정도를</a:t>
            </a:r>
            <a:r>
              <a:rPr sz="1400" spc="-15" dirty="0">
                <a:solidFill>
                  <a:srgbClr val="FFFFFF"/>
                </a:solidFill>
                <a:latin typeface="Malgun Gothic"/>
                <a:cs typeface="Malgun Gothic"/>
              </a:rPr>
              <a:t> </a:t>
            </a:r>
            <a:r>
              <a:rPr sz="1400" spc="-25" dirty="0" err="1">
                <a:solidFill>
                  <a:srgbClr val="FFFFFF"/>
                </a:solidFill>
                <a:latin typeface="Malgun Gothic"/>
                <a:cs typeface="Malgun Gothic"/>
              </a:rPr>
              <a:t>반영</a:t>
            </a:r>
            <a:endParaRPr sz="1400" dirty="0">
              <a:latin typeface="Malgun Gothic"/>
              <a:cs typeface="Malgun Gothic"/>
            </a:endParaRPr>
          </a:p>
          <a:p>
            <a:pPr lvl="1">
              <a:lnSpc>
                <a:spcPct val="100000"/>
              </a:lnSpc>
              <a:spcBef>
                <a:spcPts val="1125"/>
              </a:spcBef>
              <a:buClr>
                <a:srgbClr val="FFFFFF"/>
              </a:buClr>
              <a:buFont typeface="Malgun Gothic"/>
              <a:buChar char="-"/>
            </a:pPr>
            <a:endParaRPr sz="1400" dirty="0">
              <a:latin typeface="Malgun Gothic"/>
              <a:cs typeface="Malgun Gothic"/>
            </a:endParaRPr>
          </a:p>
          <a:p>
            <a:pPr marL="298450" indent="-285750">
              <a:lnSpc>
                <a:spcPct val="100000"/>
              </a:lnSpc>
              <a:buClr>
                <a:srgbClr val="C00000"/>
              </a:buClr>
              <a:buFont typeface="Wingdings"/>
              <a:buChar char=""/>
              <a:tabLst>
                <a:tab pos="298450" algn="l"/>
              </a:tabLst>
            </a:pPr>
            <a:r>
              <a:rPr sz="1400" b="1" u="sng" spc="-20" dirty="0" err="1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Malgun Gothic"/>
                <a:cs typeface="Malgun Gothic"/>
              </a:rPr>
              <a:t>정성평가</a:t>
            </a:r>
            <a:endParaRPr sz="1400" dirty="0">
              <a:latin typeface="Malgun Gothic"/>
              <a:cs typeface="Malgun Gothic"/>
            </a:endParaRPr>
          </a:p>
          <a:p>
            <a:pPr marL="456565" lvl="1" indent="-133985">
              <a:lnSpc>
                <a:spcPct val="100000"/>
              </a:lnSpc>
              <a:spcBef>
                <a:spcPts val="875"/>
              </a:spcBef>
              <a:buChar char="-"/>
              <a:tabLst>
                <a:tab pos="456565" algn="l"/>
              </a:tabLst>
            </a:pPr>
            <a:r>
              <a:rPr sz="1400" dirty="0">
                <a:solidFill>
                  <a:srgbClr val="FFFFFF"/>
                </a:solidFill>
                <a:latin typeface="Malgun Gothic"/>
                <a:cs typeface="Malgun Gothic"/>
              </a:rPr>
              <a:t>내용의</a:t>
            </a:r>
            <a:r>
              <a:rPr sz="1400" spc="-5" dirty="0">
                <a:solidFill>
                  <a:srgbClr val="FFFFFF"/>
                </a:solidFill>
                <a:latin typeface="Malgun Gothic"/>
                <a:cs typeface="Malgun Gothic"/>
              </a:rPr>
              <a:t> </a:t>
            </a:r>
            <a:r>
              <a:rPr sz="1400" dirty="0">
                <a:solidFill>
                  <a:srgbClr val="FFFFFF"/>
                </a:solidFill>
                <a:latin typeface="Malgun Gothic"/>
                <a:cs typeface="Malgun Gothic"/>
              </a:rPr>
              <a:t>충실성(10%)</a:t>
            </a:r>
            <a:r>
              <a:rPr sz="1400" spc="5" dirty="0">
                <a:solidFill>
                  <a:srgbClr val="FFFFFF"/>
                </a:solidFill>
                <a:latin typeface="Malgun Gothic"/>
                <a:cs typeface="Malgun Gothic"/>
              </a:rPr>
              <a:t>  </a:t>
            </a:r>
            <a:r>
              <a:rPr sz="1400" dirty="0">
                <a:solidFill>
                  <a:srgbClr val="FFFFFF"/>
                </a:solidFill>
                <a:latin typeface="Malgun Gothic"/>
                <a:cs typeface="Malgun Gothic"/>
              </a:rPr>
              <a:t>:</a:t>
            </a:r>
            <a:r>
              <a:rPr sz="1400" spc="-25" dirty="0">
                <a:solidFill>
                  <a:srgbClr val="FFFFFF"/>
                </a:solidFill>
                <a:latin typeface="Malgun Gothic"/>
                <a:cs typeface="Malgun Gothic"/>
              </a:rPr>
              <a:t> </a:t>
            </a:r>
            <a:r>
              <a:rPr sz="1400" dirty="0">
                <a:solidFill>
                  <a:srgbClr val="FFFFFF"/>
                </a:solidFill>
                <a:latin typeface="Malgun Gothic"/>
                <a:cs typeface="Malgun Gothic"/>
              </a:rPr>
              <a:t>프롬프트</a:t>
            </a:r>
            <a:r>
              <a:rPr sz="1400" spc="-30" dirty="0">
                <a:solidFill>
                  <a:srgbClr val="FFFFFF"/>
                </a:solidFill>
                <a:latin typeface="Malgun Gothic"/>
                <a:cs typeface="Malgun Gothic"/>
              </a:rPr>
              <a:t> </a:t>
            </a:r>
            <a:r>
              <a:rPr sz="1400" dirty="0">
                <a:solidFill>
                  <a:srgbClr val="FFFFFF"/>
                </a:solidFill>
                <a:latin typeface="Malgun Gothic"/>
                <a:cs typeface="Malgun Gothic"/>
              </a:rPr>
              <a:t>수정</a:t>
            </a:r>
            <a:r>
              <a:rPr sz="1400" spc="-55" dirty="0">
                <a:solidFill>
                  <a:srgbClr val="FFFFFF"/>
                </a:solidFill>
                <a:latin typeface="Malgun Gothic"/>
                <a:cs typeface="Malgun Gothic"/>
              </a:rPr>
              <a:t> </a:t>
            </a:r>
            <a:r>
              <a:rPr sz="1400" dirty="0">
                <a:solidFill>
                  <a:srgbClr val="FFFFFF"/>
                </a:solidFill>
                <a:latin typeface="Malgun Gothic"/>
                <a:cs typeface="Malgun Gothic"/>
              </a:rPr>
              <a:t>과정과</a:t>
            </a:r>
            <a:r>
              <a:rPr sz="1400" spc="-10" dirty="0">
                <a:solidFill>
                  <a:srgbClr val="FFFFFF"/>
                </a:solidFill>
                <a:latin typeface="Malgun Gothic"/>
                <a:cs typeface="Malgun Gothic"/>
              </a:rPr>
              <a:t> </a:t>
            </a:r>
            <a:r>
              <a:rPr sz="1400" dirty="0">
                <a:solidFill>
                  <a:srgbClr val="FFFFFF"/>
                </a:solidFill>
                <a:latin typeface="Malgun Gothic"/>
                <a:cs typeface="Malgun Gothic"/>
              </a:rPr>
              <a:t>방법론의</a:t>
            </a:r>
            <a:r>
              <a:rPr sz="1400" spc="-35" dirty="0">
                <a:solidFill>
                  <a:srgbClr val="FFFFFF"/>
                </a:solidFill>
                <a:latin typeface="Malgun Gothic"/>
                <a:cs typeface="Malgun Gothic"/>
              </a:rPr>
              <a:t> </a:t>
            </a:r>
            <a:r>
              <a:rPr sz="1400" dirty="0">
                <a:solidFill>
                  <a:srgbClr val="FFFFFF"/>
                </a:solidFill>
                <a:latin typeface="Malgun Gothic"/>
                <a:cs typeface="Malgun Gothic"/>
              </a:rPr>
              <a:t>명확한</a:t>
            </a:r>
            <a:r>
              <a:rPr sz="1400" spc="-5" dirty="0">
                <a:solidFill>
                  <a:srgbClr val="FFFFFF"/>
                </a:solidFill>
                <a:latin typeface="Malgun Gothic"/>
                <a:cs typeface="Malgun Gothic"/>
              </a:rPr>
              <a:t> </a:t>
            </a:r>
            <a:r>
              <a:rPr sz="1400" spc="-25" dirty="0">
                <a:solidFill>
                  <a:srgbClr val="FFFFFF"/>
                </a:solidFill>
                <a:latin typeface="Malgun Gothic"/>
                <a:cs typeface="Malgun Gothic"/>
              </a:rPr>
              <a:t>설명</a:t>
            </a:r>
            <a:endParaRPr sz="1400" dirty="0">
              <a:latin typeface="Malgun Gothic"/>
              <a:cs typeface="Malgun Gothic"/>
            </a:endParaRPr>
          </a:p>
          <a:p>
            <a:pPr marL="456565" lvl="1" indent="-133985">
              <a:lnSpc>
                <a:spcPct val="100000"/>
              </a:lnSpc>
              <a:spcBef>
                <a:spcPts val="800"/>
              </a:spcBef>
              <a:buChar char="-"/>
              <a:tabLst>
                <a:tab pos="456565" algn="l"/>
              </a:tabLst>
            </a:pPr>
            <a:r>
              <a:rPr sz="1400" dirty="0">
                <a:solidFill>
                  <a:srgbClr val="FFFFFF"/>
                </a:solidFill>
                <a:latin typeface="Malgun Gothic"/>
                <a:cs typeface="Malgun Gothic"/>
              </a:rPr>
              <a:t>창의성</a:t>
            </a:r>
            <a:r>
              <a:rPr sz="1400" spc="-25" dirty="0">
                <a:solidFill>
                  <a:srgbClr val="FFFFFF"/>
                </a:solidFill>
                <a:latin typeface="Malgun Gothic"/>
                <a:cs typeface="Malgun Gothic"/>
              </a:rPr>
              <a:t> </a:t>
            </a:r>
            <a:r>
              <a:rPr sz="1400" dirty="0">
                <a:solidFill>
                  <a:srgbClr val="FFFFFF"/>
                </a:solidFill>
                <a:latin typeface="Malgun Gothic"/>
                <a:cs typeface="Malgun Gothic"/>
              </a:rPr>
              <a:t>및</a:t>
            </a:r>
            <a:r>
              <a:rPr sz="1400" spc="-50" dirty="0">
                <a:solidFill>
                  <a:srgbClr val="FFFFFF"/>
                </a:solidFill>
                <a:latin typeface="Malgun Gothic"/>
                <a:cs typeface="Malgun Gothic"/>
              </a:rPr>
              <a:t> </a:t>
            </a:r>
            <a:r>
              <a:rPr sz="1400" dirty="0">
                <a:solidFill>
                  <a:srgbClr val="FFFFFF"/>
                </a:solidFill>
                <a:latin typeface="Malgun Gothic"/>
                <a:cs typeface="Malgun Gothic"/>
              </a:rPr>
              <a:t>혁신성(10%)</a:t>
            </a:r>
            <a:r>
              <a:rPr sz="1400" spc="-45" dirty="0">
                <a:solidFill>
                  <a:srgbClr val="FFFFFF"/>
                </a:solidFill>
                <a:latin typeface="Malgun Gothic"/>
                <a:cs typeface="Malgun Gothic"/>
              </a:rPr>
              <a:t> </a:t>
            </a:r>
            <a:r>
              <a:rPr sz="1400" dirty="0">
                <a:solidFill>
                  <a:srgbClr val="FFFFFF"/>
                </a:solidFill>
                <a:latin typeface="Malgun Gothic"/>
                <a:cs typeface="Malgun Gothic"/>
              </a:rPr>
              <a:t>:</a:t>
            </a:r>
            <a:r>
              <a:rPr sz="1400" spc="-5" dirty="0">
                <a:solidFill>
                  <a:srgbClr val="FFFFFF"/>
                </a:solidFill>
                <a:latin typeface="Malgun Gothic"/>
                <a:cs typeface="Malgun Gothic"/>
              </a:rPr>
              <a:t> </a:t>
            </a:r>
            <a:r>
              <a:rPr sz="1400" dirty="0">
                <a:solidFill>
                  <a:srgbClr val="FFFFFF"/>
                </a:solidFill>
                <a:latin typeface="Malgun Gothic"/>
                <a:cs typeface="Malgun Gothic"/>
              </a:rPr>
              <a:t>독창적인</a:t>
            </a:r>
            <a:r>
              <a:rPr sz="1400" spc="-50" dirty="0">
                <a:solidFill>
                  <a:srgbClr val="FFFFFF"/>
                </a:solidFill>
                <a:latin typeface="Malgun Gothic"/>
                <a:cs typeface="Malgun Gothic"/>
              </a:rPr>
              <a:t> </a:t>
            </a:r>
            <a:r>
              <a:rPr sz="1400" dirty="0">
                <a:solidFill>
                  <a:srgbClr val="FFFFFF"/>
                </a:solidFill>
                <a:latin typeface="Malgun Gothic"/>
                <a:cs typeface="Malgun Gothic"/>
              </a:rPr>
              <a:t>아이디어와</a:t>
            </a:r>
            <a:r>
              <a:rPr sz="1400" spc="-65" dirty="0">
                <a:solidFill>
                  <a:srgbClr val="FFFFFF"/>
                </a:solidFill>
                <a:latin typeface="Malgun Gothic"/>
                <a:cs typeface="Malgun Gothic"/>
              </a:rPr>
              <a:t> </a:t>
            </a:r>
            <a:r>
              <a:rPr sz="1400" dirty="0">
                <a:solidFill>
                  <a:srgbClr val="FFFFFF"/>
                </a:solidFill>
                <a:latin typeface="Malgun Gothic"/>
                <a:cs typeface="Malgun Gothic"/>
              </a:rPr>
              <a:t>접근</a:t>
            </a:r>
            <a:r>
              <a:rPr sz="1400" spc="-70" dirty="0">
                <a:solidFill>
                  <a:srgbClr val="FFFFFF"/>
                </a:solidFill>
                <a:latin typeface="Malgun Gothic"/>
                <a:cs typeface="Malgun Gothic"/>
              </a:rPr>
              <a:t> </a:t>
            </a:r>
            <a:r>
              <a:rPr sz="1400" spc="-25" dirty="0">
                <a:solidFill>
                  <a:srgbClr val="FFFFFF"/>
                </a:solidFill>
                <a:latin typeface="Malgun Gothic"/>
                <a:cs typeface="Malgun Gothic"/>
              </a:rPr>
              <a:t>방식</a:t>
            </a:r>
            <a:endParaRPr sz="1400" dirty="0">
              <a:latin typeface="Malgun Gothic"/>
              <a:cs typeface="Malgun Gothic"/>
            </a:endParaRPr>
          </a:p>
          <a:p>
            <a:pPr marL="456565" lvl="1" indent="-133985">
              <a:lnSpc>
                <a:spcPct val="100000"/>
              </a:lnSpc>
              <a:spcBef>
                <a:spcPts val="875"/>
              </a:spcBef>
              <a:buChar char="-"/>
              <a:tabLst>
                <a:tab pos="456565" algn="l"/>
              </a:tabLst>
            </a:pPr>
            <a:r>
              <a:rPr sz="1400" dirty="0">
                <a:solidFill>
                  <a:srgbClr val="FFFFFF"/>
                </a:solidFill>
                <a:latin typeface="Malgun Gothic"/>
                <a:cs typeface="Malgun Gothic"/>
              </a:rPr>
              <a:t>논리성</a:t>
            </a:r>
            <a:r>
              <a:rPr sz="1400" spc="-15" dirty="0">
                <a:solidFill>
                  <a:srgbClr val="FFFFFF"/>
                </a:solidFill>
                <a:latin typeface="Malgun Gothic"/>
                <a:cs typeface="Malgun Gothic"/>
              </a:rPr>
              <a:t> </a:t>
            </a:r>
            <a:r>
              <a:rPr sz="1400" dirty="0">
                <a:solidFill>
                  <a:srgbClr val="FFFFFF"/>
                </a:solidFill>
                <a:latin typeface="Malgun Gothic"/>
                <a:cs typeface="Malgun Gothic"/>
              </a:rPr>
              <a:t>및</a:t>
            </a:r>
            <a:r>
              <a:rPr sz="1400" spc="-45" dirty="0">
                <a:solidFill>
                  <a:srgbClr val="FFFFFF"/>
                </a:solidFill>
                <a:latin typeface="Malgun Gothic"/>
                <a:cs typeface="Malgun Gothic"/>
              </a:rPr>
              <a:t> </a:t>
            </a:r>
            <a:r>
              <a:rPr sz="1400" dirty="0">
                <a:solidFill>
                  <a:srgbClr val="FFFFFF"/>
                </a:solidFill>
                <a:latin typeface="Malgun Gothic"/>
                <a:cs typeface="Malgun Gothic"/>
              </a:rPr>
              <a:t>이해도(5%)</a:t>
            </a:r>
            <a:r>
              <a:rPr sz="1400" spc="-35" dirty="0">
                <a:solidFill>
                  <a:srgbClr val="FFFFFF"/>
                </a:solidFill>
                <a:latin typeface="Malgun Gothic"/>
                <a:cs typeface="Malgun Gothic"/>
              </a:rPr>
              <a:t> </a:t>
            </a:r>
            <a:r>
              <a:rPr sz="1400" dirty="0">
                <a:solidFill>
                  <a:srgbClr val="FFFFFF"/>
                </a:solidFill>
                <a:latin typeface="Malgun Gothic"/>
                <a:cs typeface="Malgun Gothic"/>
              </a:rPr>
              <a:t>:</a:t>
            </a:r>
            <a:r>
              <a:rPr sz="1400" spc="-20" dirty="0">
                <a:solidFill>
                  <a:srgbClr val="FFFFFF"/>
                </a:solidFill>
                <a:latin typeface="Malgun Gothic"/>
                <a:cs typeface="Malgun Gothic"/>
              </a:rPr>
              <a:t> </a:t>
            </a:r>
            <a:r>
              <a:rPr sz="1400" dirty="0">
                <a:solidFill>
                  <a:srgbClr val="FFFFFF"/>
                </a:solidFill>
                <a:latin typeface="Malgun Gothic"/>
                <a:cs typeface="Malgun Gothic"/>
              </a:rPr>
              <a:t>문제</a:t>
            </a:r>
            <a:r>
              <a:rPr sz="1400" spc="-60" dirty="0">
                <a:solidFill>
                  <a:srgbClr val="FFFFFF"/>
                </a:solidFill>
                <a:latin typeface="Malgun Gothic"/>
                <a:cs typeface="Malgun Gothic"/>
              </a:rPr>
              <a:t> </a:t>
            </a:r>
            <a:r>
              <a:rPr sz="1400" dirty="0">
                <a:solidFill>
                  <a:srgbClr val="FFFFFF"/>
                </a:solidFill>
                <a:latin typeface="Malgun Gothic"/>
                <a:cs typeface="Malgun Gothic"/>
              </a:rPr>
              <a:t>해결</a:t>
            </a:r>
            <a:r>
              <a:rPr sz="1400" spc="-65" dirty="0">
                <a:solidFill>
                  <a:srgbClr val="FFFFFF"/>
                </a:solidFill>
                <a:latin typeface="Malgun Gothic"/>
                <a:cs typeface="Malgun Gothic"/>
              </a:rPr>
              <a:t> </a:t>
            </a:r>
            <a:r>
              <a:rPr sz="1400" dirty="0">
                <a:solidFill>
                  <a:srgbClr val="FFFFFF"/>
                </a:solidFill>
                <a:latin typeface="Malgun Gothic"/>
                <a:cs typeface="Malgun Gothic"/>
              </a:rPr>
              <a:t>과정의</a:t>
            </a:r>
            <a:r>
              <a:rPr sz="1400" spc="-15" dirty="0">
                <a:solidFill>
                  <a:srgbClr val="FFFFFF"/>
                </a:solidFill>
                <a:latin typeface="Malgun Gothic"/>
                <a:cs typeface="Malgun Gothic"/>
              </a:rPr>
              <a:t> </a:t>
            </a:r>
            <a:r>
              <a:rPr sz="1400" dirty="0">
                <a:solidFill>
                  <a:srgbClr val="FFFFFF"/>
                </a:solidFill>
                <a:latin typeface="Malgun Gothic"/>
                <a:cs typeface="Malgun Gothic"/>
              </a:rPr>
              <a:t>논리적인</a:t>
            </a:r>
            <a:r>
              <a:rPr sz="1400" spc="-35" dirty="0">
                <a:solidFill>
                  <a:srgbClr val="FFFFFF"/>
                </a:solidFill>
                <a:latin typeface="Malgun Gothic"/>
                <a:cs typeface="Malgun Gothic"/>
              </a:rPr>
              <a:t> </a:t>
            </a:r>
            <a:r>
              <a:rPr sz="1400" dirty="0">
                <a:solidFill>
                  <a:srgbClr val="FFFFFF"/>
                </a:solidFill>
                <a:latin typeface="Malgun Gothic"/>
                <a:cs typeface="Malgun Gothic"/>
              </a:rPr>
              <a:t>전개와</a:t>
            </a:r>
            <a:r>
              <a:rPr sz="1400" spc="-20" dirty="0">
                <a:solidFill>
                  <a:srgbClr val="FFFFFF"/>
                </a:solidFill>
                <a:latin typeface="Malgun Gothic"/>
                <a:cs typeface="Malgun Gothic"/>
              </a:rPr>
              <a:t> </a:t>
            </a:r>
            <a:r>
              <a:rPr sz="1400" dirty="0">
                <a:solidFill>
                  <a:srgbClr val="FFFFFF"/>
                </a:solidFill>
                <a:latin typeface="Malgun Gothic"/>
                <a:cs typeface="Malgun Gothic"/>
              </a:rPr>
              <a:t>주제</a:t>
            </a:r>
            <a:r>
              <a:rPr sz="1400" spc="-65" dirty="0">
                <a:solidFill>
                  <a:srgbClr val="FFFFFF"/>
                </a:solidFill>
                <a:latin typeface="Malgun Gothic"/>
                <a:cs typeface="Malgun Gothic"/>
              </a:rPr>
              <a:t> </a:t>
            </a:r>
            <a:r>
              <a:rPr sz="1400" spc="-25" dirty="0">
                <a:solidFill>
                  <a:srgbClr val="FFFFFF"/>
                </a:solidFill>
                <a:latin typeface="Malgun Gothic"/>
                <a:cs typeface="Malgun Gothic"/>
              </a:rPr>
              <a:t>이해도</a:t>
            </a:r>
            <a:endParaRPr sz="1400" dirty="0">
              <a:latin typeface="Malgun Gothic"/>
              <a:cs typeface="Malgun Gothic"/>
            </a:endParaRPr>
          </a:p>
          <a:p>
            <a:pPr marL="456565" lvl="1" indent="-133985">
              <a:lnSpc>
                <a:spcPct val="100000"/>
              </a:lnSpc>
              <a:spcBef>
                <a:spcPts val="875"/>
              </a:spcBef>
              <a:buChar char="-"/>
              <a:tabLst>
                <a:tab pos="456565" algn="l"/>
              </a:tabLst>
            </a:pPr>
            <a:r>
              <a:rPr sz="1400" dirty="0">
                <a:solidFill>
                  <a:srgbClr val="FFFFFF"/>
                </a:solidFill>
                <a:latin typeface="Malgun Gothic"/>
                <a:cs typeface="Malgun Gothic"/>
              </a:rPr>
              <a:t>발표력(5%)</a:t>
            </a:r>
            <a:r>
              <a:rPr sz="1400" spc="-45" dirty="0">
                <a:solidFill>
                  <a:srgbClr val="FFFFFF"/>
                </a:solidFill>
                <a:latin typeface="Malgun Gothic"/>
                <a:cs typeface="Malgun Gothic"/>
              </a:rPr>
              <a:t> </a:t>
            </a:r>
            <a:r>
              <a:rPr sz="1400" dirty="0">
                <a:solidFill>
                  <a:srgbClr val="FFFFFF"/>
                </a:solidFill>
                <a:latin typeface="Malgun Gothic"/>
                <a:cs typeface="Malgun Gothic"/>
              </a:rPr>
              <a:t>:</a:t>
            </a:r>
            <a:r>
              <a:rPr sz="1400" spc="-35" dirty="0">
                <a:solidFill>
                  <a:srgbClr val="FFFFFF"/>
                </a:solidFill>
                <a:latin typeface="Malgun Gothic"/>
                <a:cs typeface="Malgun Gothic"/>
              </a:rPr>
              <a:t> </a:t>
            </a:r>
            <a:r>
              <a:rPr sz="1400" dirty="0">
                <a:solidFill>
                  <a:srgbClr val="FFFFFF"/>
                </a:solidFill>
                <a:latin typeface="Malgun Gothic"/>
                <a:cs typeface="Malgun Gothic"/>
              </a:rPr>
              <a:t>발표의</a:t>
            </a:r>
            <a:r>
              <a:rPr sz="1400" spc="-25" dirty="0">
                <a:solidFill>
                  <a:srgbClr val="FFFFFF"/>
                </a:solidFill>
                <a:latin typeface="Malgun Gothic"/>
                <a:cs typeface="Malgun Gothic"/>
              </a:rPr>
              <a:t> </a:t>
            </a:r>
            <a:r>
              <a:rPr sz="1400" dirty="0">
                <a:solidFill>
                  <a:srgbClr val="FFFFFF"/>
                </a:solidFill>
                <a:latin typeface="Malgun Gothic"/>
                <a:cs typeface="Malgun Gothic"/>
              </a:rPr>
              <a:t>명확성,</a:t>
            </a:r>
            <a:r>
              <a:rPr sz="1400" spc="-20" dirty="0">
                <a:solidFill>
                  <a:srgbClr val="FFFFFF"/>
                </a:solidFill>
                <a:latin typeface="Malgun Gothic"/>
                <a:cs typeface="Malgun Gothic"/>
              </a:rPr>
              <a:t> </a:t>
            </a:r>
            <a:r>
              <a:rPr sz="1400" dirty="0">
                <a:solidFill>
                  <a:srgbClr val="FFFFFF"/>
                </a:solidFill>
                <a:latin typeface="Malgun Gothic"/>
                <a:cs typeface="Malgun Gothic"/>
              </a:rPr>
              <a:t>시간</a:t>
            </a:r>
            <a:r>
              <a:rPr sz="1400" spc="-75" dirty="0">
                <a:solidFill>
                  <a:srgbClr val="FFFFFF"/>
                </a:solidFill>
                <a:latin typeface="Malgun Gothic"/>
                <a:cs typeface="Malgun Gothic"/>
              </a:rPr>
              <a:t> </a:t>
            </a:r>
            <a:r>
              <a:rPr sz="1400" dirty="0">
                <a:solidFill>
                  <a:srgbClr val="FFFFFF"/>
                </a:solidFill>
                <a:latin typeface="Malgun Gothic"/>
                <a:cs typeface="Malgun Gothic"/>
              </a:rPr>
              <a:t>준수,</a:t>
            </a:r>
            <a:r>
              <a:rPr sz="1400" spc="-20" dirty="0">
                <a:solidFill>
                  <a:srgbClr val="FFFFFF"/>
                </a:solidFill>
                <a:latin typeface="Malgun Gothic"/>
                <a:cs typeface="Malgun Gothic"/>
              </a:rPr>
              <a:t> </a:t>
            </a:r>
            <a:r>
              <a:rPr sz="1400" dirty="0">
                <a:solidFill>
                  <a:srgbClr val="FFFFFF"/>
                </a:solidFill>
                <a:latin typeface="Malgun Gothic"/>
                <a:cs typeface="Malgun Gothic"/>
              </a:rPr>
              <a:t>시각</a:t>
            </a:r>
            <a:r>
              <a:rPr sz="1400" spc="-75" dirty="0">
                <a:solidFill>
                  <a:srgbClr val="FFFFFF"/>
                </a:solidFill>
                <a:latin typeface="Malgun Gothic"/>
                <a:cs typeface="Malgun Gothic"/>
              </a:rPr>
              <a:t> </a:t>
            </a:r>
            <a:r>
              <a:rPr sz="1400" dirty="0">
                <a:solidFill>
                  <a:srgbClr val="FFFFFF"/>
                </a:solidFill>
                <a:latin typeface="Malgun Gothic"/>
                <a:cs typeface="Malgun Gothic"/>
              </a:rPr>
              <a:t>자료의</a:t>
            </a:r>
            <a:r>
              <a:rPr sz="1400" spc="-25" dirty="0">
                <a:solidFill>
                  <a:srgbClr val="FFFFFF"/>
                </a:solidFill>
                <a:latin typeface="Malgun Gothic"/>
                <a:cs typeface="Malgun Gothic"/>
              </a:rPr>
              <a:t> </a:t>
            </a:r>
            <a:r>
              <a:rPr sz="1400" dirty="0">
                <a:solidFill>
                  <a:srgbClr val="FFFFFF"/>
                </a:solidFill>
                <a:latin typeface="Malgun Gothic"/>
                <a:cs typeface="Malgun Gothic"/>
              </a:rPr>
              <a:t>효과적인</a:t>
            </a:r>
            <a:r>
              <a:rPr sz="1400" spc="-50" dirty="0">
                <a:solidFill>
                  <a:srgbClr val="FFFFFF"/>
                </a:solidFill>
                <a:latin typeface="Malgun Gothic"/>
                <a:cs typeface="Malgun Gothic"/>
              </a:rPr>
              <a:t> </a:t>
            </a:r>
            <a:r>
              <a:rPr sz="1400" spc="-25" dirty="0">
                <a:solidFill>
                  <a:srgbClr val="FFFFFF"/>
                </a:solidFill>
                <a:latin typeface="Malgun Gothic"/>
                <a:cs typeface="Malgun Gothic"/>
              </a:rPr>
              <a:t>활용</a:t>
            </a:r>
            <a:endParaRPr sz="1400" dirty="0">
              <a:latin typeface="Malgun Gothic"/>
              <a:cs typeface="Malgun Gothic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180975" y="495300"/>
            <a:ext cx="8667750" cy="4648517"/>
            <a:chOff x="180975" y="495300"/>
            <a:chExt cx="8667750" cy="4648517"/>
          </a:xfrm>
        </p:grpSpPr>
        <p:sp>
          <p:nvSpPr>
            <p:cNvPr id="3" name="object 3"/>
            <p:cNvSpPr/>
            <p:nvPr/>
          </p:nvSpPr>
          <p:spPr>
            <a:xfrm>
              <a:off x="6245655" y="4243387"/>
              <a:ext cx="893444" cy="900430"/>
            </a:xfrm>
            <a:custGeom>
              <a:avLst/>
              <a:gdLst/>
              <a:ahLst/>
              <a:cxnLst/>
              <a:rect l="l" t="t" r="r" b="b"/>
              <a:pathLst>
                <a:path w="893445" h="900429">
                  <a:moveTo>
                    <a:pt x="0" y="900112"/>
                  </a:moveTo>
                  <a:lnTo>
                    <a:pt x="893395" y="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80975" y="495300"/>
              <a:ext cx="8667750" cy="4410075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214312" y="681101"/>
              <a:ext cx="6277610" cy="4200525"/>
            </a:xfrm>
            <a:custGeom>
              <a:avLst/>
              <a:gdLst/>
              <a:ahLst/>
              <a:cxnLst/>
              <a:rect l="l" t="t" r="r" b="b"/>
              <a:pathLst>
                <a:path w="6277610" h="4200525">
                  <a:moveTo>
                    <a:pt x="3467163" y="4200461"/>
                  </a:moveTo>
                  <a:lnTo>
                    <a:pt x="6277038" y="4200461"/>
                  </a:lnTo>
                  <a:lnTo>
                    <a:pt x="6277038" y="3495611"/>
                  </a:lnTo>
                  <a:lnTo>
                    <a:pt x="3467163" y="3495611"/>
                  </a:lnTo>
                  <a:lnTo>
                    <a:pt x="3467163" y="4200461"/>
                  </a:lnTo>
                  <a:close/>
                </a:path>
                <a:path w="6277610" h="4200525">
                  <a:moveTo>
                    <a:pt x="0" y="590550"/>
                  </a:moveTo>
                  <a:lnTo>
                    <a:pt x="1019175" y="590550"/>
                  </a:lnTo>
                  <a:lnTo>
                    <a:pt x="1019175" y="0"/>
                  </a:lnTo>
                  <a:lnTo>
                    <a:pt x="0" y="0"/>
                  </a:lnTo>
                  <a:lnTo>
                    <a:pt x="0" y="590550"/>
                  </a:lnTo>
                  <a:close/>
                </a:path>
              </a:pathLst>
            </a:custGeom>
            <a:ln w="25400">
              <a:solidFill>
                <a:srgbClr val="C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>
            <a:spLocks noGrp="1"/>
          </p:cNvSpPr>
          <p:nvPr>
            <p:ph type="ctrTitle"/>
          </p:nvPr>
        </p:nvSpPr>
        <p:spPr>
          <a:xfrm>
            <a:off x="105092" y="94868"/>
            <a:ext cx="5562600" cy="324448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5875">
              <a:lnSpc>
                <a:spcPct val="100000"/>
              </a:lnSpc>
              <a:spcBef>
                <a:spcPts val="130"/>
              </a:spcBef>
            </a:pPr>
            <a:r>
              <a:rPr dirty="0"/>
              <a:t>메타인지</a:t>
            </a:r>
            <a:r>
              <a:rPr spc="-30" dirty="0"/>
              <a:t> </a:t>
            </a:r>
            <a:r>
              <a:rPr dirty="0"/>
              <a:t>AI</a:t>
            </a:r>
            <a:r>
              <a:rPr spc="-15" dirty="0"/>
              <a:t> </a:t>
            </a:r>
            <a:r>
              <a:rPr lang="ko-KR" altLang="en-US" spc="-15" dirty="0" err="1"/>
              <a:t>해커톤</a:t>
            </a:r>
            <a:r>
              <a:rPr spc="-55" dirty="0"/>
              <a:t> </a:t>
            </a:r>
            <a:r>
              <a:rPr spc="-25" dirty="0"/>
              <a:t>플랫폼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5507354" y="3868102"/>
            <a:ext cx="2982595" cy="19748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100" b="1" dirty="0">
                <a:solidFill>
                  <a:srgbClr val="FFFFFF"/>
                </a:solidFill>
                <a:latin typeface="Malgun Gothic"/>
                <a:cs typeface="Malgun Gothic"/>
              </a:rPr>
              <a:t>플랫폼</a:t>
            </a:r>
            <a:r>
              <a:rPr sz="1100" b="1" spc="5" dirty="0">
                <a:solidFill>
                  <a:srgbClr val="FFFFFF"/>
                </a:solidFill>
                <a:latin typeface="Malgun Gothic"/>
                <a:cs typeface="Malgun Gothic"/>
              </a:rPr>
              <a:t> </a:t>
            </a:r>
            <a:r>
              <a:rPr sz="1100" b="1" dirty="0">
                <a:solidFill>
                  <a:srgbClr val="FFFFFF"/>
                </a:solidFill>
                <a:latin typeface="Malgun Gothic"/>
                <a:cs typeface="Malgun Gothic"/>
              </a:rPr>
              <a:t>상에서</a:t>
            </a:r>
            <a:r>
              <a:rPr sz="1100" b="1" spc="10" dirty="0">
                <a:solidFill>
                  <a:srgbClr val="FFFFFF"/>
                </a:solidFill>
                <a:latin typeface="Malgun Gothic"/>
                <a:cs typeface="Malgun Gothic"/>
              </a:rPr>
              <a:t> </a:t>
            </a:r>
            <a:r>
              <a:rPr sz="1100" b="1" dirty="0">
                <a:solidFill>
                  <a:srgbClr val="FFFFFF"/>
                </a:solidFill>
                <a:latin typeface="Malgun Gothic"/>
                <a:cs typeface="Malgun Gothic"/>
              </a:rPr>
              <a:t>System</a:t>
            </a:r>
            <a:r>
              <a:rPr sz="1100" b="1" spc="-70" dirty="0">
                <a:solidFill>
                  <a:srgbClr val="FFFFFF"/>
                </a:solidFill>
                <a:latin typeface="Malgun Gothic"/>
                <a:cs typeface="Malgun Gothic"/>
              </a:rPr>
              <a:t> </a:t>
            </a:r>
            <a:r>
              <a:rPr sz="1100" b="1" dirty="0">
                <a:solidFill>
                  <a:srgbClr val="FFFFFF"/>
                </a:solidFill>
                <a:latin typeface="Malgun Gothic"/>
                <a:cs typeface="Malgun Gothic"/>
              </a:rPr>
              <a:t>Prompt</a:t>
            </a:r>
            <a:r>
              <a:rPr sz="1100" b="1" spc="10" dirty="0">
                <a:solidFill>
                  <a:srgbClr val="FFFFFF"/>
                </a:solidFill>
                <a:latin typeface="Malgun Gothic"/>
                <a:cs typeface="Malgun Gothic"/>
              </a:rPr>
              <a:t> </a:t>
            </a:r>
            <a:r>
              <a:rPr sz="1100" b="1" dirty="0">
                <a:solidFill>
                  <a:srgbClr val="FFFFFF"/>
                </a:solidFill>
                <a:latin typeface="Malgun Gothic"/>
                <a:cs typeface="Malgun Gothic"/>
              </a:rPr>
              <a:t>바로</a:t>
            </a:r>
            <a:r>
              <a:rPr sz="1100" b="1" spc="-40" dirty="0">
                <a:solidFill>
                  <a:srgbClr val="FFFFFF"/>
                </a:solidFill>
                <a:latin typeface="Malgun Gothic"/>
                <a:cs typeface="Malgun Gothic"/>
              </a:rPr>
              <a:t> </a:t>
            </a:r>
            <a:r>
              <a:rPr sz="1100" b="1" dirty="0">
                <a:solidFill>
                  <a:srgbClr val="FFFFFF"/>
                </a:solidFill>
                <a:latin typeface="Malgun Gothic"/>
                <a:cs typeface="Malgun Gothic"/>
              </a:rPr>
              <a:t>수정</a:t>
            </a:r>
            <a:r>
              <a:rPr sz="1100" b="1" spc="-45" dirty="0">
                <a:solidFill>
                  <a:srgbClr val="FFFFFF"/>
                </a:solidFill>
                <a:latin typeface="Malgun Gothic"/>
                <a:cs typeface="Malgun Gothic"/>
              </a:rPr>
              <a:t> </a:t>
            </a:r>
            <a:r>
              <a:rPr sz="1100" b="1" spc="-25" dirty="0">
                <a:solidFill>
                  <a:srgbClr val="FFFFFF"/>
                </a:solidFill>
                <a:latin typeface="Malgun Gothic"/>
                <a:cs typeface="Malgun Gothic"/>
              </a:rPr>
              <a:t>가능</a:t>
            </a:r>
            <a:endParaRPr sz="1100">
              <a:latin typeface="Malgun Gothic"/>
              <a:cs typeface="Malgun Gothic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258445" y="1415986"/>
            <a:ext cx="2298065" cy="19748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100" b="1" dirty="0">
                <a:solidFill>
                  <a:srgbClr val="FFFFFF"/>
                </a:solidFill>
                <a:latin typeface="Malgun Gothic"/>
                <a:cs typeface="Malgun Gothic"/>
              </a:rPr>
              <a:t>파일</a:t>
            </a:r>
            <a:r>
              <a:rPr sz="1100" b="1" spc="-40" dirty="0">
                <a:solidFill>
                  <a:srgbClr val="FFFFFF"/>
                </a:solidFill>
                <a:latin typeface="Malgun Gothic"/>
                <a:cs typeface="Malgun Gothic"/>
              </a:rPr>
              <a:t> </a:t>
            </a:r>
            <a:r>
              <a:rPr sz="1100" b="1" dirty="0">
                <a:solidFill>
                  <a:srgbClr val="FFFFFF"/>
                </a:solidFill>
                <a:latin typeface="Malgun Gothic"/>
                <a:cs typeface="Malgun Gothic"/>
              </a:rPr>
              <a:t>업로드</a:t>
            </a:r>
            <a:r>
              <a:rPr sz="1100" b="1" spc="20" dirty="0">
                <a:solidFill>
                  <a:srgbClr val="FFFFFF"/>
                </a:solidFill>
                <a:latin typeface="Malgun Gothic"/>
                <a:cs typeface="Malgun Gothic"/>
              </a:rPr>
              <a:t> </a:t>
            </a:r>
            <a:r>
              <a:rPr sz="1100" b="1" dirty="0">
                <a:solidFill>
                  <a:srgbClr val="FFFFFF"/>
                </a:solidFill>
                <a:latin typeface="Malgun Gothic"/>
                <a:cs typeface="Malgun Gothic"/>
              </a:rPr>
              <a:t>후</a:t>
            </a:r>
            <a:r>
              <a:rPr sz="1100" b="1" spc="-5" dirty="0">
                <a:solidFill>
                  <a:srgbClr val="FFFFFF"/>
                </a:solidFill>
                <a:latin typeface="Malgun Gothic"/>
                <a:cs typeface="Malgun Gothic"/>
              </a:rPr>
              <a:t> </a:t>
            </a:r>
            <a:r>
              <a:rPr sz="1100" b="1" dirty="0">
                <a:solidFill>
                  <a:srgbClr val="FFFFFF"/>
                </a:solidFill>
                <a:latin typeface="Malgun Gothic"/>
                <a:cs typeface="Malgun Gothic"/>
              </a:rPr>
              <a:t>쉽게</a:t>
            </a:r>
            <a:r>
              <a:rPr sz="1100" b="1" spc="-30" dirty="0">
                <a:solidFill>
                  <a:srgbClr val="FFFFFF"/>
                </a:solidFill>
                <a:latin typeface="Malgun Gothic"/>
                <a:cs typeface="Malgun Gothic"/>
              </a:rPr>
              <a:t> </a:t>
            </a:r>
            <a:r>
              <a:rPr sz="1100" b="1" dirty="0">
                <a:solidFill>
                  <a:srgbClr val="FFFFFF"/>
                </a:solidFill>
                <a:latin typeface="Malgun Gothic"/>
                <a:cs typeface="Malgun Gothic"/>
              </a:rPr>
              <a:t>RAG</a:t>
            </a:r>
            <a:r>
              <a:rPr sz="1100" b="1" spc="15" dirty="0">
                <a:solidFill>
                  <a:srgbClr val="FFFFFF"/>
                </a:solidFill>
                <a:latin typeface="Malgun Gothic"/>
                <a:cs typeface="Malgun Gothic"/>
              </a:rPr>
              <a:t> </a:t>
            </a:r>
            <a:r>
              <a:rPr sz="1100" b="1" dirty="0">
                <a:solidFill>
                  <a:srgbClr val="FFFFFF"/>
                </a:solidFill>
                <a:latin typeface="Malgun Gothic"/>
                <a:cs typeface="Malgun Gothic"/>
              </a:rPr>
              <a:t>구성</a:t>
            </a:r>
            <a:r>
              <a:rPr sz="1100" b="1" spc="-35" dirty="0">
                <a:solidFill>
                  <a:srgbClr val="FFFFFF"/>
                </a:solidFill>
                <a:latin typeface="Malgun Gothic"/>
                <a:cs typeface="Malgun Gothic"/>
              </a:rPr>
              <a:t> </a:t>
            </a:r>
            <a:r>
              <a:rPr sz="1100" b="1" spc="-25" dirty="0">
                <a:solidFill>
                  <a:srgbClr val="FFFFFF"/>
                </a:solidFill>
                <a:latin typeface="Malgun Gothic"/>
                <a:cs typeface="Malgun Gothic"/>
              </a:rPr>
              <a:t>가능</a:t>
            </a:r>
            <a:endParaRPr sz="1100">
              <a:latin typeface="Malgun Gothic"/>
              <a:cs typeface="Malgun Gothic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5400040" y="773747"/>
            <a:ext cx="2005330" cy="243204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400" b="1" dirty="0">
                <a:solidFill>
                  <a:srgbClr val="FFFFFF"/>
                </a:solidFill>
                <a:latin typeface="Malgun Gothic"/>
                <a:cs typeface="Malgun Gothic"/>
              </a:rPr>
              <a:t>직관적인</a:t>
            </a:r>
            <a:r>
              <a:rPr sz="1400" b="1" spc="-30" dirty="0">
                <a:solidFill>
                  <a:srgbClr val="FFFFFF"/>
                </a:solidFill>
                <a:latin typeface="Malgun Gothic"/>
                <a:cs typeface="Malgun Gothic"/>
              </a:rPr>
              <a:t> </a:t>
            </a:r>
            <a:r>
              <a:rPr sz="1400" b="1" dirty="0">
                <a:solidFill>
                  <a:srgbClr val="FFFFFF"/>
                </a:solidFill>
                <a:latin typeface="Malgun Gothic"/>
                <a:cs typeface="Malgun Gothic"/>
              </a:rPr>
              <a:t>채팅</a:t>
            </a:r>
            <a:r>
              <a:rPr sz="1400" b="1" spc="-60" dirty="0">
                <a:solidFill>
                  <a:srgbClr val="FFFFFF"/>
                </a:solidFill>
                <a:latin typeface="Malgun Gothic"/>
                <a:cs typeface="Malgun Gothic"/>
              </a:rPr>
              <a:t> </a:t>
            </a:r>
            <a:r>
              <a:rPr sz="1400" b="1" dirty="0">
                <a:solidFill>
                  <a:srgbClr val="FFFFFF"/>
                </a:solidFill>
                <a:latin typeface="Malgun Gothic"/>
                <a:cs typeface="Malgun Gothic"/>
              </a:rPr>
              <a:t>UI로</a:t>
            </a:r>
            <a:r>
              <a:rPr sz="1400" b="1" spc="-30" dirty="0">
                <a:solidFill>
                  <a:srgbClr val="FFFFFF"/>
                </a:solidFill>
                <a:latin typeface="Malgun Gothic"/>
                <a:cs typeface="Malgun Gothic"/>
              </a:rPr>
              <a:t> </a:t>
            </a:r>
            <a:r>
              <a:rPr sz="1400" b="1" spc="-25" dirty="0">
                <a:solidFill>
                  <a:srgbClr val="FFFFFF"/>
                </a:solidFill>
                <a:latin typeface="Malgun Gothic"/>
                <a:cs typeface="Malgun Gothic"/>
              </a:rPr>
              <a:t>구성</a:t>
            </a:r>
            <a:endParaRPr sz="1400">
              <a:latin typeface="Malgun Gothic"/>
              <a:cs typeface="Malgun Gothic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601662" y="0"/>
            <a:ext cx="8542655" cy="5149850"/>
            <a:chOff x="601662" y="0"/>
            <a:chExt cx="8542655" cy="514985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09600" y="609600"/>
              <a:ext cx="8020050" cy="4152900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6245655" y="4243387"/>
              <a:ext cx="893444" cy="900430"/>
            </a:xfrm>
            <a:custGeom>
              <a:avLst/>
              <a:gdLst/>
              <a:ahLst/>
              <a:cxnLst/>
              <a:rect l="l" t="t" r="r" b="b"/>
              <a:pathLst>
                <a:path w="893445" h="900429">
                  <a:moveTo>
                    <a:pt x="0" y="900112"/>
                  </a:moveTo>
                  <a:lnTo>
                    <a:pt x="893395" y="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614362" y="2386012"/>
              <a:ext cx="8020050" cy="1781175"/>
            </a:xfrm>
            <a:custGeom>
              <a:avLst/>
              <a:gdLst/>
              <a:ahLst/>
              <a:cxnLst/>
              <a:rect l="l" t="t" r="r" b="b"/>
              <a:pathLst>
                <a:path w="8020050" h="1781175">
                  <a:moveTo>
                    <a:pt x="0" y="1781175"/>
                  </a:moveTo>
                  <a:lnTo>
                    <a:pt x="8020050" y="1781175"/>
                  </a:lnTo>
                  <a:lnTo>
                    <a:pt x="8020050" y="0"/>
                  </a:lnTo>
                  <a:lnTo>
                    <a:pt x="0" y="0"/>
                  </a:lnTo>
                  <a:lnTo>
                    <a:pt x="0" y="1781175"/>
                  </a:lnTo>
                  <a:close/>
                </a:path>
              </a:pathLst>
            </a:custGeom>
            <a:ln w="25400">
              <a:solidFill>
                <a:srgbClr val="C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105092" y="94868"/>
            <a:ext cx="5490845" cy="324448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5875">
              <a:lnSpc>
                <a:spcPct val="100000"/>
              </a:lnSpc>
              <a:spcBef>
                <a:spcPts val="130"/>
              </a:spcBef>
            </a:pPr>
            <a:r>
              <a:rPr dirty="0"/>
              <a:t>메타인지</a:t>
            </a:r>
            <a:r>
              <a:rPr spc="-30" dirty="0"/>
              <a:t> </a:t>
            </a:r>
            <a:r>
              <a:rPr dirty="0"/>
              <a:t>AI</a:t>
            </a:r>
            <a:r>
              <a:rPr spc="-15" dirty="0"/>
              <a:t> </a:t>
            </a:r>
            <a:r>
              <a:rPr lang="ko-KR" altLang="en-US" spc="-15" dirty="0" err="1"/>
              <a:t>해커톤</a:t>
            </a:r>
            <a:r>
              <a:rPr spc="-55" dirty="0"/>
              <a:t> </a:t>
            </a:r>
            <a:r>
              <a:rPr spc="-25" dirty="0"/>
              <a:t>플랫폼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5670550" y="4156651"/>
            <a:ext cx="3067685" cy="871219"/>
          </a:xfrm>
          <a:prstGeom prst="rect">
            <a:avLst/>
          </a:prstGeom>
        </p:spPr>
        <p:txBody>
          <a:bodyPr vert="horz" wrap="square" lIns="0" tIns="1270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0"/>
              </a:spcBef>
            </a:pPr>
            <a:r>
              <a:rPr sz="1400" b="1" spc="-20" dirty="0">
                <a:solidFill>
                  <a:srgbClr val="FFFFFF"/>
                </a:solidFill>
                <a:latin typeface="Malgun Gothic"/>
                <a:cs typeface="Malgun Gothic"/>
              </a:rPr>
              <a:t>실시간</a:t>
            </a:r>
            <a:r>
              <a:rPr sz="1400" b="1" spc="-80" dirty="0">
                <a:solidFill>
                  <a:srgbClr val="FFFFFF"/>
                </a:solidFill>
                <a:latin typeface="Malgun Gothic"/>
                <a:cs typeface="Malgun Gothic"/>
              </a:rPr>
              <a:t> </a:t>
            </a:r>
            <a:r>
              <a:rPr sz="1400" b="1" dirty="0">
                <a:solidFill>
                  <a:srgbClr val="FFFFFF"/>
                </a:solidFill>
                <a:latin typeface="Malgun Gothic"/>
                <a:cs typeface="Malgun Gothic"/>
              </a:rPr>
              <a:t>순위</a:t>
            </a:r>
            <a:r>
              <a:rPr sz="1400" b="1" spc="-135" dirty="0">
                <a:solidFill>
                  <a:srgbClr val="FFFFFF"/>
                </a:solidFill>
                <a:latin typeface="Malgun Gothic"/>
                <a:cs typeface="Malgun Gothic"/>
              </a:rPr>
              <a:t> </a:t>
            </a:r>
            <a:r>
              <a:rPr sz="1400" b="1" dirty="0">
                <a:solidFill>
                  <a:srgbClr val="FFFFFF"/>
                </a:solidFill>
                <a:latin typeface="Malgun Gothic"/>
                <a:cs typeface="Malgun Gothic"/>
              </a:rPr>
              <a:t>및</a:t>
            </a:r>
            <a:r>
              <a:rPr sz="1400" b="1" spc="-110" dirty="0">
                <a:solidFill>
                  <a:srgbClr val="FFFFFF"/>
                </a:solidFill>
                <a:latin typeface="Malgun Gothic"/>
                <a:cs typeface="Malgun Gothic"/>
              </a:rPr>
              <a:t> </a:t>
            </a:r>
            <a:r>
              <a:rPr sz="1400" b="1" dirty="0">
                <a:solidFill>
                  <a:srgbClr val="FFFFFF"/>
                </a:solidFill>
                <a:latin typeface="Malgun Gothic"/>
                <a:cs typeface="Malgun Gothic"/>
              </a:rPr>
              <a:t>채점</a:t>
            </a:r>
            <a:r>
              <a:rPr sz="1400" b="1" spc="-135" dirty="0">
                <a:solidFill>
                  <a:srgbClr val="FFFFFF"/>
                </a:solidFill>
                <a:latin typeface="Malgun Gothic"/>
                <a:cs typeface="Malgun Gothic"/>
              </a:rPr>
              <a:t> </a:t>
            </a:r>
            <a:r>
              <a:rPr sz="1400" b="1" dirty="0">
                <a:solidFill>
                  <a:srgbClr val="FFFFFF"/>
                </a:solidFill>
                <a:latin typeface="Malgun Gothic"/>
                <a:cs typeface="Malgun Gothic"/>
              </a:rPr>
              <a:t>근거</a:t>
            </a:r>
            <a:r>
              <a:rPr sz="1400" b="1" spc="-135" dirty="0">
                <a:solidFill>
                  <a:srgbClr val="FFFFFF"/>
                </a:solidFill>
                <a:latin typeface="Malgun Gothic"/>
                <a:cs typeface="Malgun Gothic"/>
              </a:rPr>
              <a:t> </a:t>
            </a:r>
            <a:r>
              <a:rPr sz="1400" b="1" dirty="0">
                <a:solidFill>
                  <a:srgbClr val="FFFFFF"/>
                </a:solidFill>
                <a:latin typeface="Malgun Gothic"/>
                <a:cs typeface="Malgun Gothic"/>
              </a:rPr>
              <a:t>확인</a:t>
            </a:r>
            <a:r>
              <a:rPr sz="1400" b="1" spc="-135" dirty="0">
                <a:solidFill>
                  <a:srgbClr val="FFFFFF"/>
                </a:solidFill>
                <a:latin typeface="Malgun Gothic"/>
                <a:cs typeface="Malgun Gothic"/>
              </a:rPr>
              <a:t> </a:t>
            </a:r>
            <a:r>
              <a:rPr sz="1400" b="1" spc="-25" dirty="0">
                <a:solidFill>
                  <a:srgbClr val="FFFFFF"/>
                </a:solidFill>
                <a:latin typeface="Malgun Gothic"/>
                <a:cs typeface="Malgun Gothic"/>
              </a:rPr>
              <a:t>가능</a:t>
            </a:r>
            <a:endParaRPr sz="1400">
              <a:latin typeface="Malgun Gothic"/>
              <a:cs typeface="Malgun Gothic"/>
            </a:endParaRPr>
          </a:p>
          <a:p>
            <a:pPr marL="12700">
              <a:lnSpc>
                <a:spcPct val="100000"/>
              </a:lnSpc>
              <a:spcBef>
                <a:spcPts val="720"/>
              </a:spcBef>
            </a:pPr>
            <a:r>
              <a:rPr sz="1100" dirty="0">
                <a:solidFill>
                  <a:srgbClr val="FFFF00"/>
                </a:solidFill>
                <a:latin typeface="Microsoft Sans Serif"/>
                <a:cs typeface="Microsoft Sans Serif"/>
              </a:rPr>
              <a:t>→</a:t>
            </a:r>
            <a:r>
              <a:rPr sz="1100" spc="10" dirty="0">
                <a:solidFill>
                  <a:srgbClr val="FFFF00"/>
                </a:solidFill>
                <a:latin typeface="Microsoft Sans Serif"/>
                <a:cs typeface="Microsoft Sans Serif"/>
              </a:rPr>
              <a:t> </a:t>
            </a:r>
            <a:r>
              <a:rPr sz="1100" dirty="0">
                <a:solidFill>
                  <a:srgbClr val="FFFF00"/>
                </a:solidFill>
                <a:latin typeface="Arial MT"/>
                <a:cs typeface="Arial MT"/>
              </a:rPr>
              <a:t>50</a:t>
            </a:r>
            <a:r>
              <a:rPr sz="1100" dirty="0">
                <a:solidFill>
                  <a:srgbClr val="FFFF00"/>
                </a:solidFill>
                <a:latin typeface="Malgun Gothic"/>
                <a:cs typeface="Malgun Gothic"/>
              </a:rPr>
              <a:t>문제</a:t>
            </a:r>
            <a:r>
              <a:rPr sz="1100" spc="-110" dirty="0">
                <a:solidFill>
                  <a:srgbClr val="FFFF00"/>
                </a:solidFill>
                <a:latin typeface="Malgun Gothic"/>
                <a:cs typeface="Malgun Gothic"/>
              </a:rPr>
              <a:t> </a:t>
            </a:r>
            <a:r>
              <a:rPr sz="1100" dirty="0">
                <a:solidFill>
                  <a:srgbClr val="FFFF00"/>
                </a:solidFill>
                <a:latin typeface="Malgun Gothic"/>
                <a:cs typeface="Malgun Gothic"/>
              </a:rPr>
              <a:t>중</a:t>
            </a:r>
            <a:r>
              <a:rPr sz="1100" spc="-85" dirty="0">
                <a:solidFill>
                  <a:srgbClr val="FFFF00"/>
                </a:solidFill>
                <a:latin typeface="Malgun Gothic"/>
                <a:cs typeface="Malgun Gothic"/>
              </a:rPr>
              <a:t> </a:t>
            </a:r>
            <a:r>
              <a:rPr sz="1100" spc="-10" dirty="0">
                <a:solidFill>
                  <a:srgbClr val="FFFF00"/>
                </a:solidFill>
                <a:latin typeface="Arial MT"/>
                <a:cs typeface="Arial MT"/>
              </a:rPr>
              <a:t>10</a:t>
            </a:r>
            <a:r>
              <a:rPr sz="1100" spc="-10" dirty="0">
                <a:solidFill>
                  <a:srgbClr val="FFFF00"/>
                </a:solidFill>
                <a:latin typeface="Malgun Gothic"/>
                <a:cs typeface="Malgun Gothic"/>
              </a:rPr>
              <a:t>문제만</a:t>
            </a:r>
            <a:r>
              <a:rPr sz="1100" spc="-55" dirty="0">
                <a:solidFill>
                  <a:srgbClr val="FFFF00"/>
                </a:solidFill>
                <a:latin typeface="Malgun Gothic"/>
                <a:cs typeface="Malgun Gothic"/>
              </a:rPr>
              <a:t> </a:t>
            </a:r>
            <a:r>
              <a:rPr sz="1100" dirty="0">
                <a:solidFill>
                  <a:srgbClr val="FFFF00"/>
                </a:solidFill>
                <a:latin typeface="Malgun Gothic"/>
                <a:cs typeface="Malgun Gothic"/>
              </a:rPr>
              <a:t>채점</a:t>
            </a:r>
            <a:r>
              <a:rPr sz="1100" spc="-110" dirty="0">
                <a:solidFill>
                  <a:srgbClr val="FFFF00"/>
                </a:solidFill>
                <a:latin typeface="Malgun Gothic"/>
                <a:cs typeface="Malgun Gothic"/>
              </a:rPr>
              <a:t> </a:t>
            </a:r>
            <a:r>
              <a:rPr sz="1100" dirty="0">
                <a:solidFill>
                  <a:srgbClr val="FFFF00"/>
                </a:solidFill>
                <a:latin typeface="Malgun Gothic"/>
                <a:cs typeface="Malgun Gothic"/>
              </a:rPr>
              <a:t>결과</a:t>
            </a:r>
            <a:r>
              <a:rPr sz="1100" spc="-110" dirty="0">
                <a:solidFill>
                  <a:srgbClr val="FFFF00"/>
                </a:solidFill>
                <a:latin typeface="Malgun Gothic"/>
                <a:cs typeface="Malgun Gothic"/>
              </a:rPr>
              <a:t> </a:t>
            </a:r>
            <a:r>
              <a:rPr sz="1100" spc="-20" dirty="0">
                <a:solidFill>
                  <a:srgbClr val="FFFF00"/>
                </a:solidFill>
                <a:latin typeface="Malgun Gothic"/>
                <a:cs typeface="Malgun Gothic"/>
              </a:rPr>
              <a:t>오픈하여</a:t>
            </a:r>
            <a:endParaRPr sz="1100">
              <a:latin typeface="Malgun Gothic"/>
              <a:cs typeface="Malgun Gothic"/>
            </a:endParaRPr>
          </a:p>
          <a:p>
            <a:pPr marL="165100">
              <a:lnSpc>
                <a:spcPct val="100000"/>
              </a:lnSpc>
              <a:spcBef>
                <a:spcPts val="710"/>
              </a:spcBef>
            </a:pPr>
            <a:r>
              <a:rPr sz="1100" dirty="0">
                <a:solidFill>
                  <a:srgbClr val="FFFF00"/>
                </a:solidFill>
                <a:latin typeface="Malgun Gothic"/>
                <a:cs typeface="Malgun Gothic"/>
              </a:rPr>
              <a:t>수정</a:t>
            </a:r>
            <a:r>
              <a:rPr sz="1100" spc="-125" dirty="0">
                <a:solidFill>
                  <a:srgbClr val="FFFF00"/>
                </a:solidFill>
                <a:latin typeface="Malgun Gothic"/>
                <a:cs typeface="Malgun Gothic"/>
              </a:rPr>
              <a:t> </a:t>
            </a:r>
            <a:r>
              <a:rPr sz="1100" dirty="0">
                <a:solidFill>
                  <a:srgbClr val="FFFF00"/>
                </a:solidFill>
                <a:latin typeface="Malgun Gothic"/>
                <a:cs typeface="Malgun Gothic"/>
              </a:rPr>
              <a:t>방향성을</a:t>
            </a:r>
            <a:r>
              <a:rPr sz="1100" spc="-100" dirty="0">
                <a:solidFill>
                  <a:srgbClr val="FFFF00"/>
                </a:solidFill>
                <a:latin typeface="Malgun Gothic"/>
                <a:cs typeface="Malgun Gothic"/>
              </a:rPr>
              <a:t> </a:t>
            </a:r>
            <a:r>
              <a:rPr sz="1100" dirty="0">
                <a:solidFill>
                  <a:srgbClr val="FFFF00"/>
                </a:solidFill>
                <a:latin typeface="Malgun Gothic"/>
                <a:cs typeface="Malgun Gothic"/>
              </a:rPr>
              <a:t>자율적으로</a:t>
            </a:r>
            <a:r>
              <a:rPr sz="1100" spc="-125" dirty="0">
                <a:solidFill>
                  <a:srgbClr val="FFFF00"/>
                </a:solidFill>
                <a:latin typeface="Malgun Gothic"/>
                <a:cs typeface="Malgun Gothic"/>
              </a:rPr>
              <a:t> </a:t>
            </a:r>
            <a:r>
              <a:rPr sz="1100" spc="-10" dirty="0">
                <a:solidFill>
                  <a:srgbClr val="FFFF00"/>
                </a:solidFill>
                <a:latin typeface="Malgun Gothic"/>
                <a:cs typeface="Malgun Gothic"/>
              </a:rPr>
              <a:t>고민할</a:t>
            </a:r>
            <a:r>
              <a:rPr sz="1100" spc="-65" dirty="0">
                <a:solidFill>
                  <a:srgbClr val="FFFF00"/>
                </a:solidFill>
                <a:latin typeface="Malgun Gothic"/>
                <a:cs typeface="Malgun Gothic"/>
              </a:rPr>
              <a:t> </a:t>
            </a:r>
            <a:r>
              <a:rPr sz="1100" dirty="0">
                <a:solidFill>
                  <a:srgbClr val="FFFF00"/>
                </a:solidFill>
                <a:latin typeface="Malgun Gothic"/>
                <a:cs typeface="Malgun Gothic"/>
              </a:rPr>
              <a:t>수</a:t>
            </a:r>
            <a:r>
              <a:rPr sz="1100" spc="-95" dirty="0">
                <a:solidFill>
                  <a:srgbClr val="FFFF00"/>
                </a:solidFill>
                <a:latin typeface="Malgun Gothic"/>
                <a:cs typeface="Malgun Gothic"/>
              </a:rPr>
              <a:t> </a:t>
            </a:r>
            <a:r>
              <a:rPr sz="1100" spc="-10" dirty="0">
                <a:solidFill>
                  <a:srgbClr val="FFFF00"/>
                </a:solidFill>
                <a:latin typeface="Malgun Gothic"/>
                <a:cs typeface="Malgun Gothic"/>
              </a:rPr>
              <a:t>있도록</a:t>
            </a:r>
            <a:r>
              <a:rPr sz="1100" spc="-65" dirty="0">
                <a:solidFill>
                  <a:srgbClr val="FFFF00"/>
                </a:solidFill>
                <a:latin typeface="Malgun Gothic"/>
                <a:cs typeface="Malgun Gothic"/>
              </a:rPr>
              <a:t> </a:t>
            </a:r>
            <a:r>
              <a:rPr sz="1100" spc="-50" dirty="0">
                <a:solidFill>
                  <a:srgbClr val="FFFF00"/>
                </a:solidFill>
                <a:latin typeface="Malgun Gothic"/>
                <a:cs typeface="Malgun Gothic"/>
              </a:rPr>
              <a:t>함</a:t>
            </a:r>
            <a:endParaRPr sz="1100">
              <a:latin typeface="Malgun Gothic"/>
              <a:cs typeface="Malgun Gothic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05092" y="94868"/>
            <a:ext cx="5490845" cy="324448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5875">
              <a:lnSpc>
                <a:spcPct val="100000"/>
              </a:lnSpc>
              <a:spcBef>
                <a:spcPts val="130"/>
              </a:spcBef>
            </a:pPr>
            <a:r>
              <a:rPr dirty="0"/>
              <a:t>메타인지</a:t>
            </a:r>
            <a:r>
              <a:rPr spc="-15" dirty="0"/>
              <a:t> </a:t>
            </a:r>
            <a:r>
              <a:rPr dirty="0"/>
              <a:t>AI</a:t>
            </a:r>
            <a:r>
              <a:rPr spc="-5" dirty="0"/>
              <a:t> </a:t>
            </a:r>
            <a:r>
              <a:rPr lang="ko-KR" altLang="en-US" spc="-5" dirty="0" err="1"/>
              <a:t>해커톤</a:t>
            </a:r>
            <a:r>
              <a:rPr spc="-45" dirty="0"/>
              <a:t> </a:t>
            </a:r>
            <a:r>
              <a:rPr dirty="0"/>
              <a:t>자동</a:t>
            </a:r>
            <a:r>
              <a:rPr spc="-45" dirty="0"/>
              <a:t> </a:t>
            </a:r>
            <a:r>
              <a:rPr dirty="0"/>
              <a:t>채점</a:t>
            </a:r>
            <a:r>
              <a:rPr spc="-35" dirty="0"/>
              <a:t> </a:t>
            </a:r>
            <a:r>
              <a:rPr spc="-20" dirty="0"/>
              <a:t>알고리즘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962025" y="2286000"/>
            <a:ext cx="6562725" cy="2863850"/>
            <a:chOff x="962025" y="2286000"/>
            <a:chExt cx="6562725" cy="2863850"/>
          </a:xfrm>
        </p:grpSpPr>
        <p:sp>
          <p:nvSpPr>
            <p:cNvPr id="4" name="object 4"/>
            <p:cNvSpPr/>
            <p:nvPr/>
          </p:nvSpPr>
          <p:spPr>
            <a:xfrm>
              <a:off x="6245655" y="4243387"/>
              <a:ext cx="893444" cy="900430"/>
            </a:xfrm>
            <a:custGeom>
              <a:avLst/>
              <a:gdLst/>
              <a:ahLst/>
              <a:cxnLst/>
              <a:rect l="l" t="t" r="r" b="b"/>
              <a:pathLst>
                <a:path w="893445" h="900429">
                  <a:moveTo>
                    <a:pt x="0" y="900112"/>
                  </a:moveTo>
                  <a:lnTo>
                    <a:pt x="893395" y="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962025" y="2286000"/>
              <a:ext cx="6562725" cy="2486025"/>
            </a:xfrm>
            <a:prstGeom prst="rect">
              <a:avLst/>
            </a:prstGeom>
          </p:spPr>
        </p:pic>
      </p:grpSp>
      <p:sp>
        <p:nvSpPr>
          <p:cNvPr id="6" name="object 6"/>
          <p:cNvSpPr txBox="1"/>
          <p:nvPr/>
        </p:nvSpPr>
        <p:spPr>
          <a:xfrm>
            <a:off x="253047" y="602678"/>
            <a:ext cx="4918710" cy="1313815"/>
          </a:xfrm>
          <a:prstGeom prst="rect">
            <a:avLst/>
          </a:prstGeom>
        </p:spPr>
        <p:txBody>
          <a:bodyPr vert="horz" wrap="square" lIns="0" tIns="123190" rIns="0" bIns="0" rtlCol="0">
            <a:spAutoFit/>
          </a:bodyPr>
          <a:lstStyle/>
          <a:p>
            <a:pPr marL="298450" indent="-285750">
              <a:lnSpc>
                <a:spcPct val="100000"/>
              </a:lnSpc>
              <a:spcBef>
                <a:spcPts val="970"/>
              </a:spcBef>
              <a:buClr>
                <a:srgbClr val="C00000"/>
              </a:buClr>
              <a:buFont typeface="Wingdings"/>
              <a:buChar char=""/>
              <a:tabLst>
                <a:tab pos="298450" algn="l"/>
              </a:tabLst>
            </a:pPr>
            <a:r>
              <a:rPr sz="1400" b="1" dirty="0">
                <a:solidFill>
                  <a:srgbClr val="FFFFFF"/>
                </a:solidFill>
                <a:latin typeface="Malgun Gothic"/>
                <a:cs typeface="Malgun Gothic"/>
              </a:rPr>
              <a:t>자체</a:t>
            </a:r>
            <a:r>
              <a:rPr sz="1400" b="1" spc="-50" dirty="0">
                <a:solidFill>
                  <a:srgbClr val="FFFFFF"/>
                </a:solidFill>
                <a:latin typeface="Malgun Gothic"/>
                <a:cs typeface="Malgun Gothic"/>
              </a:rPr>
              <a:t> </a:t>
            </a:r>
            <a:r>
              <a:rPr sz="1400" b="1" dirty="0">
                <a:solidFill>
                  <a:srgbClr val="FFFFFF"/>
                </a:solidFill>
                <a:latin typeface="Malgun Gothic"/>
                <a:cs typeface="Malgun Gothic"/>
              </a:rPr>
              <a:t>Hallucination</a:t>
            </a:r>
            <a:r>
              <a:rPr sz="1400" b="1" spc="5" dirty="0">
                <a:solidFill>
                  <a:srgbClr val="FFFFFF"/>
                </a:solidFill>
                <a:latin typeface="Malgun Gothic"/>
                <a:cs typeface="Malgun Gothic"/>
              </a:rPr>
              <a:t> </a:t>
            </a:r>
            <a:r>
              <a:rPr sz="1400" b="1" dirty="0">
                <a:solidFill>
                  <a:srgbClr val="FFFFFF"/>
                </a:solidFill>
                <a:latin typeface="Malgun Gothic"/>
                <a:cs typeface="Malgun Gothic"/>
              </a:rPr>
              <a:t>Metric</a:t>
            </a:r>
            <a:r>
              <a:rPr sz="1400" b="1" spc="-55" dirty="0">
                <a:solidFill>
                  <a:srgbClr val="FFFFFF"/>
                </a:solidFill>
                <a:latin typeface="Malgun Gothic"/>
                <a:cs typeface="Malgun Gothic"/>
              </a:rPr>
              <a:t> </a:t>
            </a:r>
            <a:r>
              <a:rPr sz="1400" b="1" dirty="0">
                <a:solidFill>
                  <a:srgbClr val="FFFFFF"/>
                </a:solidFill>
                <a:latin typeface="Malgun Gothic"/>
                <a:cs typeface="Malgun Gothic"/>
              </a:rPr>
              <a:t>개발</a:t>
            </a:r>
            <a:r>
              <a:rPr sz="1400" b="1" spc="-50" dirty="0">
                <a:solidFill>
                  <a:srgbClr val="FFFFFF"/>
                </a:solidFill>
                <a:latin typeface="Malgun Gothic"/>
                <a:cs typeface="Malgun Gothic"/>
              </a:rPr>
              <a:t> </a:t>
            </a:r>
            <a:r>
              <a:rPr sz="1400" b="1" dirty="0">
                <a:solidFill>
                  <a:srgbClr val="FFFFFF"/>
                </a:solidFill>
                <a:latin typeface="Malgun Gothic"/>
                <a:cs typeface="Malgun Gothic"/>
              </a:rPr>
              <a:t>및</a:t>
            </a:r>
            <a:r>
              <a:rPr sz="1400" b="1" spc="-20" dirty="0">
                <a:solidFill>
                  <a:srgbClr val="FFFFFF"/>
                </a:solidFill>
                <a:latin typeface="Malgun Gothic"/>
                <a:cs typeface="Malgun Gothic"/>
              </a:rPr>
              <a:t> </a:t>
            </a:r>
            <a:r>
              <a:rPr sz="1400" b="1" spc="-25" dirty="0">
                <a:solidFill>
                  <a:srgbClr val="FFFFFF"/>
                </a:solidFill>
                <a:latin typeface="Malgun Gothic"/>
                <a:cs typeface="Malgun Gothic"/>
              </a:rPr>
              <a:t>활용</a:t>
            </a:r>
            <a:endParaRPr sz="1400">
              <a:latin typeface="Malgun Gothic"/>
              <a:cs typeface="Malgun Gothic"/>
            </a:endParaRPr>
          </a:p>
          <a:p>
            <a:pPr marL="285750" marR="78105" indent="-285750" algn="r">
              <a:lnSpc>
                <a:spcPct val="100000"/>
              </a:lnSpc>
              <a:spcBef>
                <a:spcPts val="875"/>
              </a:spcBef>
              <a:buClr>
                <a:srgbClr val="C00000"/>
              </a:buClr>
              <a:buFont typeface="Wingdings"/>
              <a:buChar char=""/>
              <a:tabLst>
                <a:tab pos="285750" algn="l"/>
              </a:tabLst>
            </a:pPr>
            <a:r>
              <a:rPr sz="1400" b="1" dirty="0">
                <a:solidFill>
                  <a:srgbClr val="FFFFFF"/>
                </a:solidFill>
                <a:latin typeface="Malgun Gothic"/>
                <a:cs typeface="Malgun Gothic"/>
              </a:rPr>
              <a:t>문맥에</a:t>
            </a:r>
            <a:r>
              <a:rPr sz="1400" b="1" spc="-40" dirty="0">
                <a:solidFill>
                  <a:srgbClr val="FFFFFF"/>
                </a:solidFill>
                <a:latin typeface="Malgun Gothic"/>
                <a:cs typeface="Malgun Gothic"/>
              </a:rPr>
              <a:t> </a:t>
            </a:r>
            <a:r>
              <a:rPr sz="1400" b="1" dirty="0">
                <a:solidFill>
                  <a:srgbClr val="FFFFFF"/>
                </a:solidFill>
                <a:latin typeface="Malgun Gothic"/>
                <a:cs typeface="Malgun Gothic"/>
              </a:rPr>
              <a:t>관련된</a:t>
            </a:r>
            <a:r>
              <a:rPr sz="1400" b="1" spc="-35" dirty="0">
                <a:solidFill>
                  <a:srgbClr val="FFFFFF"/>
                </a:solidFill>
                <a:latin typeface="Malgun Gothic"/>
                <a:cs typeface="Malgun Gothic"/>
              </a:rPr>
              <a:t> </a:t>
            </a:r>
            <a:r>
              <a:rPr sz="1400" b="1" dirty="0">
                <a:solidFill>
                  <a:srgbClr val="FFFFFF"/>
                </a:solidFill>
                <a:latin typeface="Malgun Gothic"/>
                <a:cs typeface="Malgun Gothic"/>
              </a:rPr>
              <a:t>벤치마크</a:t>
            </a:r>
            <a:r>
              <a:rPr sz="1400" b="1" spc="-60" dirty="0">
                <a:solidFill>
                  <a:srgbClr val="FFFFFF"/>
                </a:solidFill>
                <a:latin typeface="Malgun Gothic"/>
                <a:cs typeface="Malgun Gothic"/>
              </a:rPr>
              <a:t> </a:t>
            </a:r>
            <a:r>
              <a:rPr sz="1400" b="1" dirty="0">
                <a:solidFill>
                  <a:srgbClr val="FFFFFF"/>
                </a:solidFill>
                <a:latin typeface="Malgun Gothic"/>
                <a:cs typeface="Malgun Gothic"/>
              </a:rPr>
              <a:t>사용하여</a:t>
            </a:r>
            <a:r>
              <a:rPr sz="1400" b="1" spc="-65" dirty="0">
                <a:solidFill>
                  <a:srgbClr val="FFFFFF"/>
                </a:solidFill>
                <a:latin typeface="Malgun Gothic"/>
                <a:cs typeface="Malgun Gothic"/>
              </a:rPr>
              <a:t> </a:t>
            </a:r>
            <a:r>
              <a:rPr sz="1400" b="1" dirty="0">
                <a:solidFill>
                  <a:srgbClr val="FFFFFF"/>
                </a:solidFill>
                <a:latin typeface="Malgun Gothic"/>
                <a:cs typeface="Malgun Gothic"/>
              </a:rPr>
              <a:t>유사도</a:t>
            </a:r>
            <a:r>
              <a:rPr sz="1400" b="1" spc="-35" dirty="0">
                <a:solidFill>
                  <a:srgbClr val="FFFFFF"/>
                </a:solidFill>
                <a:latin typeface="Malgun Gothic"/>
                <a:cs typeface="Malgun Gothic"/>
              </a:rPr>
              <a:t> </a:t>
            </a:r>
            <a:r>
              <a:rPr sz="1400" b="1" dirty="0">
                <a:solidFill>
                  <a:srgbClr val="FFFFFF"/>
                </a:solidFill>
                <a:latin typeface="Malgun Gothic"/>
                <a:cs typeface="Malgun Gothic"/>
              </a:rPr>
              <a:t>및</a:t>
            </a:r>
            <a:r>
              <a:rPr sz="1400" b="1" spc="-55" dirty="0">
                <a:solidFill>
                  <a:srgbClr val="FFFFFF"/>
                </a:solidFill>
                <a:latin typeface="Malgun Gothic"/>
                <a:cs typeface="Malgun Gothic"/>
              </a:rPr>
              <a:t> </a:t>
            </a:r>
            <a:r>
              <a:rPr sz="1400" b="1" dirty="0">
                <a:solidFill>
                  <a:srgbClr val="FFFFFF"/>
                </a:solidFill>
                <a:latin typeface="Malgun Gothic"/>
                <a:cs typeface="Malgun Gothic"/>
              </a:rPr>
              <a:t>논리성</a:t>
            </a:r>
            <a:r>
              <a:rPr sz="1400" b="1" spc="-35" dirty="0">
                <a:solidFill>
                  <a:srgbClr val="FFFFFF"/>
                </a:solidFill>
                <a:latin typeface="Malgun Gothic"/>
                <a:cs typeface="Malgun Gothic"/>
              </a:rPr>
              <a:t> </a:t>
            </a:r>
            <a:r>
              <a:rPr sz="1400" b="1" spc="-25" dirty="0">
                <a:solidFill>
                  <a:srgbClr val="FFFFFF"/>
                </a:solidFill>
                <a:latin typeface="Malgun Gothic"/>
                <a:cs typeface="Malgun Gothic"/>
              </a:rPr>
              <a:t>판단</a:t>
            </a:r>
            <a:endParaRPr sz="1400">
              <a:latin typeface="Malgun Gothic"/>
              <a:cs typeface="Malgun Gothic"/>
            </a:endParaRPr>
          </a:p>
          <a:p>
            <a:pPr marL="133985" marR="123825" lvl="1" indent="-133985" algn="r">
              <a:lnSpc>
                <a:spcPct val="100000"/>
              </a:lnSpc>
              <a:spcBef>
                <a:spcPts val="795"/>
              </a:spcBef>
              <a:buChar char="-"/>
              <a:tabLst>
                <a:tab pos="133985" algn="l"/>
              </a:tabLst>
            </a:pPr>
            <a:r>
              <a:rPr sz="1400" dirty="0">
                <a:solidFill>
                  <a:srgbClr val="FFFFFF"/>
                </a:solidFill>
                <a:latin typeface="Malgun Gothic"/>
                <a:cs typeface="Malgun Gothic"/>
              </a:rPr>
              <a:t>유의어</a:t>
            </a:r>
            <a:r>
              <a:rPr sz="1400" spc="-25" dirty="0">
                <a:solidFill>
                  <a:srgbClr val="FFFFFF"/>
                </a:solidFill>
                <a:latin typeface="Malgun Gothic"/>
                <a:cs typeface="Malgun Gothic"/>
              </a:rPr>
              <a:t> </a:t>
            </a:r>
            <a:r>
              <a:rPr sz="1400" dirty="0">
                <a:solidFill>
                  <a:srgbClr val="FFFFFF"/>
                </a:solidFill>
                <a:latin typeface="Malgun Gothic"/>
                <a:cs typeface="Malgun Gothic"/>
              </a:rPr>
              <a:t>기반으로</a:t>
            </a:r>
            <a:r>
              <a:rPr sz="1400" spc="-50" dirty="0">
                <a:solidFill>
                  <a:srgbClr val="FFFFFF"/>
                </a:solidFill>
                <a:latin typeface="Malgun Gothic"/>
                <a:cs typeface="Malgun Gothic"/>
              </a:rPr>
              <a:t> </a:t>
            </a:r>
            <a:r>
              <a:rPr sz="1400" dirty="0">
                <a:solidFill>
                  <a:srgbClr val="FFFFFF"/>
                </a:solidFill>
                <a:latin typeface="Malgun Gothic"/>
                <a:cs typeface="Malgun Gothic"/>
              </a:rPr>
              <a:t>LLM</a:t>
            </a:r>
            <a:r>
              <a:rPr sz="1400" spc="-35" dirty="0">
                <a:solidFill>
                  <a:srgbClr val="FFFFFF"/>
                </a:solidFill>
                <a:latin typeface="Malgun Gothic"/>
                <a:cs typeface="Malgun Gothic"/>
              </a:rPr>
              <a:t> </a:t>
            </a:r>
            <a:r>
              <a:rPr sz="1400" dirty="0">
                <a:solidFill>
                  <a:srgbClr val="FFFFFF"/>
                </a:solidFill>
                <a:latin typeface="Malgun Gothic"/>
                <a:cs typeface="Malgun Gothic"/>
              </a:rPr>
              <a:t>응답과</a:t>
            </a:r>
            <a:r>
              <a:rPr sz="1400" spc="-25" dirty="0">
                <a:solidFill>
                  <a:srgbClr val="FFFFFF"/>
                </a:solidFill>
                <a:latin typeface="Malgun Gothic"/>
                <a:cs typeface="Malgun Gothic"/>
              </a:rPr>
              <a:t> </a:t>
            </a:r>
            <a:r>
              <a:rPr sz="1400" dirty="0">
                <a:solidFill>
                  <a:srgbClr val="FFFFFF"/>
                </a:solidFill>
                <a:latin typeface="Malgun Gothic"/>
                <a:cs typeface="Malgun Gothic"/>
              </a:rPr>
              <a:t>관련</a:t>
            </a:r>
            <a:r>
              <a:rPr sz="1400" spc="-65" dirty="0">
                <a:solidFill>
                  <a:srgbClr val="FFFFFF"/>
                </a:solidFill>
                <a:latin typeface="Malgun Gothic"/>
                <a:cs typeface="Malgun Gothic"/>
              </a:rPr>
              <a:t> </a:t>
            </a:r>
            <a:r>
              <a:rPr sz="1400" dirty="0">
                <a:solidFill>
                  <a:srgbClr val="FFFFFF"/>
                </a:solidFill>
                <a:latin typeface="Malgun Gothic"/>
                <a:cs typeface="Malgun Gothic"/>
              </a:rPr>
              <a:t>있는</a:t>
            </a:r>
            <a:r>
              <a:rPr sz="1400" spc="-70" dirty="0">
                <a:solidFill>
                  <a:srgbClr val="FFFFFF"/>
                </a:solidFill>
                <a:latin typeface="Malgun Gothic"/>
                <a:cs typeface="Malgun Gothic"/>
              </a:rPr>
              <a:t> </a:t>
            </a:r>
            <a:r>
              <a:rPr sz="1400" dirty="0">
                <a:solidFill>
                  <a:srgbClr val="FFFFFF"/>
                </a:solidFill>
                <a:latin typeface="Malgun Gothic"/>
                <a:cs typeface="Malgun Gothic"/>
              </a:rPr>
              <a:t>문장을</a:t>
            </a:r>
            <a:r>
              <a:rPr sz="1400" spc="-25" dirty="0">
                <a:solidFill>
                  <a:srgbClr val="FFFFFF"/>
                </a:solidFill>
                <a:latin typeface="Malgun Gothic"/>
                <a:cs typeface="Malgun Gothic"/>
              </a:rPr>
              <a:t> 필터링</a:t>
            </a:r>
            <a:endParaRPr sz="1400">
              <a:latin typeface="Malgun Gothic"/>
              <a:cs typeface="Malgun Gothic"/>
            </a:endParaRPr>
          </a:p>
          <a:p>
            <a:pPr marL="456565" lvl="1" indent="-133985">
              <a:lnSpc>
                <a:spcPct val="100000"/>
              </a:lnSpc>
              <a:spcBef>
                <a:spcPts val="875"/>
              </a:spcBef>
              <a:buChar char="-"/>
              <a:tabLst>
                <a:tab pos="456565" algn="l"/>
              </a:tabLst>
            </a:pPr>
            <a:r>
              <a:rPr sz="1400" dirty="0">
                <a:solidFill>
                  <a:srgbClr val="FFFFFF"/>
                </a:solidFill>
                <a:latin typeface="Malgun Gothic"/>
                <a:cs typeface="Malgun Gothic"/>
              </a:rPr>
              <a:t>논리성은</a:t>
            </a:r>
            <a:r>
              <a:rPr sz="1400" spc="-35" dirty="0">
                <a:solidFill>
                  <a:srgbClr val="FFFFFF"/>
                </a:solidFill>
                <a:latin typeface="Malgun Gothic"/>
                <a:cs typeface="Malgun Gothic"/>
              </a:rPr>
              <a:t> </a:t>
            </a:r>
            <a:r>
              <a:rPr sz="1400" dirty="0">
                <a:solidFill>
                  <a:srgbClr val="FFFFFF"/>
                </a:solidFill>
                <a:latin typeface="Malgun Gothic"/>
                <a:cs typeface="Malgun Gothic"/>
              </a:rPr>
              <a:t>system</a:t>
            </a:r>
            <a:r>
              <a:rPr sz="1400" spc="-30" dirty="0">
                <a:solidFill>
                  <a:srgbClr val="FFFFFF"/>
                </a:solidFill>
                <a:latin typeface="Malgun Gothic"/>
                <a:cs typeface="Malgun Gothic"/>
              </a:rPr>
              <a:t> </a:t>
            </a:r>
            <a:r>
              <a:rPr sz="1400" dirty="0">
                <a:solidFill>
                  <a:srgbClr val="FFFFFF"/>
                </a:solidFill>
                <a:latin typeface="Malgun Gothic"/>
                <a:cs typeface="Malgun Gothic"/>
              </a:rPr>
              <a:t>prompt를</a:t>
            </a:r>
            <a:r>
              <a:rPr sz="1400" spc="-35" dirty="0">
                <a:solidFill>
                  <a:srgbClr val="FFFFFF"/>
                </a:solidFill>
                <a:latin typeface="Malgun Gothic"/>
                <a:cs typeface="Malgun Gothic"/>
              </a:rPr>
              <a:t> </a:t>
            </a:r>
            <a:r>
              <a:rPr sz="1400" dirty="0">
                <a:solidFill>
                  <a:srgbClr val="FFFFFF"/>
                </a:solidFill>
                <a:latin typeface="Malgun Gothic"/>
                <a:cs typeface="Malgun Gothic"/>
              </a:rPr>
              <a:t>활용하여</a:t>
            </a:r>
            <a:r>
              <a:rPr sz="1400" spc="-35" dirty="0">
                <a:solidFill>
                  <a:srgbClr val="FFFFFF"/>
                </a:solidFill>
                <a:latin typeface="Malgun Gothic"/>
                <a:cs typeface="Malgun Gothic"/>
              </a:rPr>
              <a:t> </a:t>
            </a:r>
            <a:r>
              <a:rPr sz="1400" dirty="0">
                <a:solidFill>
                  <a:srgbClr val="FFFFFF"/>
                </a:solidFill>
                <a:latin typeface="Malgun Gothic"/>
                <a:cs typeface="Malgun Gothic"/>
              </a:rPr>
              <a:t>자동</a:t>
            </a:r>
            <a:r>
              <a:rPr sz="1400" spc="-55" dirty="0">
                <a:solidFill>
                  <a:srgbClr val="FFFFFF"/>
                </a:solidFill>
                <a:latin typeface="Malgun Gothic"/>
                <a:cs typeface="Malgun Gothic"/>
              </a:rPr>
              <a:t> </a:t>
            </a:r>
            <a:r>
              <a:rPr sz="1400" dirty="0">
                <a:solidFill>
                  <a:srgbClr val="FFFFFF"/>
                </a:solidFill>
                <a:latin typeface="Malgun Gothic"/>
                <a:cs typeface="Malgun Gothic"/>
              </a:rPr>
              <a:t>추론</a:t>
            </a:r>
            <a:r>
              <a:rPr sz="1400" spc="-65" dirty="0">
                <a:solidFill>
                  <a:srgbClr val="FFFFFF"/>
                </a:solidFill>
                <a:latin typeface="Malgun Gothic"/>
                <a:cs typeface="Malgun Gothic"/>
              </a:rPr>
              <a:t> </a:t>
            </a:r>
            <a:r>
              <a:rPr sz="1400" dirty="0">
                <a:solidFill>
                  <a:srgbClr val="FFFFFF"/>
                </a:solidFill>
                <a:latin typeface="Malgun Gothic"/>
                <a:cs typeface="Malgun Gothic"/>
              </a:rPr>
              <a:t>및</a:t>
            </a:r>
            <a:r>
              <a:rPr sz="1400" spc="-30" dirty="0">
                <a:solidFill>
                  <a:srgbClr val="FFFFFF"/>
                </a:solidFill>
                <a:latin typeface="Malgun Gothic"/>
                <a:cs typeface="Malgun Gothic"/>
              </a:rPr>
              <a:t> </a:t>
            </a:r>
            <a:r>
              <a:rPr sz="1400" spc="-25" dirty="0">
                <a:solidFill>
                  <a:srgbClr val="FFFFFF"/>
                </a:solidFill>
                <a:latin typeface="Malgun Gothic"/>
                <a:cs typeface="Malgun Gothic"/>
              </a:rPr>
              <a:t>분석</a:t>
            </a:r>
            <a:endParaRPr sz="1400">
              <a:latin typeface="Malgun Gothic"/>
              <a:cs typeface="Malgun Gothic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6245655" y="4243387"/>
            <a:ext cx="893444" cy="900430"/>
          </a:xfrm>
          <a:custGeom>
            <a:avLst/>
            <a:gdLst/>
            <a:ahLst/>
            <a:cxnLst/>
            <a:rect l="l" t="t" r="r" b="b"/>
            <a:pathLst>
              <a:path w="893445" h="900429">
                <a:moveTo>
                  <a:pt x="0" y="900112"/>
                </a:moveTo>
                <a:lnTo>
                  <a:pt x="893395" y="0"/>
                </a:lnTo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304925" y="571500"/>
            <a:ext cx="6219825" cy="2124075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80975" y="3362325"/>
            <a:ext cx="8782050" cy="1209675"/>
          </a:xfrm>
          <a:prstGeom prst="rect">
            <a:avLst/>
          </a:prstGeom>
        </p:spPr>
      </p:pic>
      <p:sp>
        <p:nvSpPr>
          <p:cNvPr id="5" name="object 5"/>
          <p:cNvSpPr/>
          <p:nvPr/>
        </p:nvSpPr>
        <p:spPr>
          <a:xfrm>
            <a:off x="1624075" y="585851"/>
            <a:ext cx="762000" cy="314325"/>
          </a:xfrm>
          <a:custGeom>
            <a:avLst/>
            <a:gdLst/>
            <a:ahLst/>
            <a:cxnLst/>
            <a:rect l="l" t="t" r="r" b="b"/>
            <a:pathLst>
              <a:path w="762000" h="314325">
                <a:moveTo>
                  <a:pt x="0" y="314325"/>
                </a:moveTo>
                <a:lnTo>
                  <a:pt x="762000" y="314325"/>
                </a:lnTo>
                <a:lnTo>
                  <a:pt x="762000" y="0"/>
                </a:lnTo>
                <a:lnTo>
                  <a:pt x="0" y="0"/>
                </a:lnTo>
                <a:lnTo>
                  <a:pt x="0" y="314325"/>
                </a:lnTo>
                <a:close/>
              </a:path>
            </a:pathLst>
          </a:custGeom>
          <a:ln w="25400">
            <a:solidFill>
              <a:srgbClr val="C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4786376" y="614426"/>
            <a:ext cx="762000" cy="314325"/>
          </a:xfrm>
          <a:custGeom>
            <a:avLst/>
            <a:gdLst/>
            <a:ahLst/>
            <a:cxnLst/>
            <a:rect l="l" t="t" r="r" b="b"/>
            <a:pathLst>
              <a:path w="762000" h="314325">
                <a:moveTo>
                  <a:pt x="0" y="314325"/>
                </a:moveTo>
                <a:lnTo>
                  <a:pt x="762000" y="314325"/>
                </a:lnTo>
                <a:lnTo>
                  <a:pt x="762000" y="0"/>
                </a:lnTo>
                <a:lnTo>
                  <a:pt x="0" y="0"/>
                </a:lnTo>
                <a:lnTo>
                  <a:pt x="0" y="314325"/>
                </a:lnTo>
                <a:close/>
              </a:path>
            </a:pathLst>
          </a:custGeom>
          <a:ln w="25400">
            <a:solidFill>
              <a:srgbClr val="C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1443100" y="1100200"/>
            <a:ext cx="1114425" cy="314325"/>
          </a:xfrm>
          <a:custGeom>
            <a:avLst/>
            <a:gdLst/>
            <a:ahLst/>
            <a:cxnLst/>
            <a:rect l="l" t="t" r="r" b="b"/>
            <a:pathLst>
              <a:path w="1114425" h="314325">
                <a:moveTo>
                  <a:pt x="0" y="314325"/>
                </a:moveTo>
                <a:lnTo>
                  <a:pt x="1114425" y="314325"/>
                </a:lnTo>
                <a:lnTo>
                  <a:pt x="1114425" y="0"/>
                </a:lnTo>
                <a:lnTo>
                  <a:pt x="0" y="0"/>
                </a:lnTo>
                <a:lnTo>
                  <a:pt x="0" y="314325"/>
                </a:lnTo>
                <a:close/>
              </a:path>
            </a:pathLst>
          </a:custGeom>
          <a:ln w="25400">
            <a:solidFill>
              <a:srgbClr val="C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6119876" y="2319401"/>
            <a:ext cx="981075" cy="323850"/>
          </a:xfrm>
          <a:custGeom>
            <a:avLst/>
            <a:gdLst/>
            <a:ahLst/>
            <a:cxnLst/>
            <a:rect l="l" t="t" r="r" b="b"/>
            <a:pathLst>
              <a:path w="981075" h="323850">
                <a:moveTo>
                  <a:pt x="0" y="323850"/>
                </a:moveTo>
                <a:lnTo>
                  <a:pt x="476250" y="323850"/>
                </a:lnTo>
                <a:lnTo>
                  <a:pt x="476250" y="0"/>
                </a:lnTo>
                <a:lnTo>
                  <a:pt x="0" y="0"/>
                </a:lnTo>
                <a:lnTo>
                  <a:pt x="0" y="323850"/>
                </a:lnTo>
                <a:close/>
              </a:path>
              <a:path w="981075" h="323850">
                <a:moveTo>
                  <a:pt x="504825" y="323850"/>
                </a:moveTo>
                <a:lnTo>
                  <a:pt x="981075" y="323850"/>
                </a:lnTo>
                <a:lnTo>
                  <a:pt x="981075" y="9525"/>
                </a:lnTo>
                <a:lnTo>
                  <a:pt x="504825" y="9525"/>
                </a:lnTo>
                <a:lnTo>
                  <a:pt x="504825" y="323850"/>
                </a:lnTo>
                <a:close/>
              </a:path>
            </a:pathLst>
          </a:custGeom>
          <a:ln w="25400">
            <a:solidFill>
              <a:srgbClr val="C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1997075" y="1402588"/>
            <a:ext cx="2898775" cy="1964055"/>
          </a:xfrm>
          <a:custGeom>
            <a:avLst/>
            <a:gdLst/>
            <a:ahLst/>
            <a:cxnLst/>
            <a:rect l="l" t="t" r="r" b="b"/>
            <a:pathLst>
              <a:path w="2898775" h="1964054">
                <a:moveTo>
                  <a:pt x="2819241" y="1927483"/>
                </a:moveTo>
                <a:lnTo>
                  <a:pt x="2803271" y="1951101"/>
                </a:lnTo>
                <a:lnTo>
                  <a:pt x="2898266" y="1963547"/>
                </a:lnTo>
                <a:lnTo>
                  <a:pt x="2882460" y="1935480"/>
                </a:lnTo>
                <a:lnTo>
                  <a:pt x="2831084" y="1935480"/>
                </a:lnTo>
                <a:lnTo>
                  <a:pt x="2819241" y="1927483"/>
                </a:lnTo>
                <a:close/>
              </a:path>
              <a:path w="2898775" h="1964054">
                <a:moveTo>
                  <a:pt x="2835282" y="1903760"/>
                </a:moveTo>
                <a:lnTo>
                  <a:pt x="2819241" y="1927483"/>
                </a:lnTo>
                <a:lnTo>
                  <a:pt x="2831084" y="1935480"/>
                </a:lnTo>
                <a:lnTo>
                  <a:pt x="2847086" y="1911731"/>
                </a:lnTo>
                <a:lnTo>
                  <a:pt x="2835282" y="1903760"/>
                </a:lnTo>
                <a:close/>
              </a:path>
              <a:path w="2898775" h="1964054">
                <a:moveTo>
                  <a:pt x="2851277" y="1880108"/>
                </a:moveTo>
                <a:lnTo>
                  <a:pt x="2835282" y="1903760"/>
                </a:lnTo>
                <a:lnTo>
                  <a:pt x="2847086" y="1911731"/>
                </a:lnTo>
                <a:lnTo>
                  <a:pt x="2831084" y="1935480"/>
                </a:lnTo>
                <a:lnTo>
                  <a:pt x="2882460" y="1935480"/>
                </a:lnTo>
                <a:lnTo>
                  <a:pt x="2851277" y="1880108"/>
                </a:lnTo>
                <a:close/>
              </a:path>
              <a:path w="2898775" h="1964054">
                <a:moveTo>
                  <a:pt x="15875" y="0"/>
                </a:moveTo>
                <a:lnTo>
                  <a:pt x="0" y="23749"/>
                </a:lnTo>
                <a:lnTo>
                  <a:pt x="2819241" y="1927483"/>
                </a:lnTo>
                <a:lnTo>
                  <a:pt x="2835282" y="1903760"/>
                </a:lnTo>
                <a:lnTo>
                  <a:pt x="15875" y="0"/>
                </a:lnTo>
                <a:close/>
              </a:path>
            </a:pathLst>
          </a:custGeom>
          <a:solidFill>
            <a:srgbClr val="C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6351143" y="2630042"/>
            <a:ext cx="2209165" cy="744855"/>
          </a:xfrm>
          <a:custGeom>
            <a:avLst/>
            <a:gdLst/>
            <a:ahLst/>
            <a:cxnLst/>
            <a:rect l="l" t="t" r="r" b="b"/>
            <a:pathLst>
              <a:path w="2209165" h="744854">
                <a:moveTo>
                  <a:pt x="1360932" y="741934"/>
                </a:moveTo>
                <a:lnTo>
                  <a:pt x="1346009" y="720725"/>
                </a:lnTo>
                <a:lnTo>
                  <a:pt x="1305814" y="663575"/>
                </a:lnTo>
                <a:lnTo>
                  <a:pt x="1292212" y="688809"/>
                </a:lnTo>
                <a:lnTo>
                  <a:pt x="13589" y="508"/>
                </a:lnTo>
                <a:lnTo>
                  <a:pt x="0" y="25781"/>
                </a:lnTo>
                <a:lnTo>
                  <a:pt x="1278661" y="713981"/>
                </a:lnTo>
                <a:lnTo>
                  <a:pt x="1265174" y="739013"/>
                </a:lnTo>
                <a:lnTo>
                  <a:pt x="1360932" y="741934"/>
                </a:lnTo>
                <a:close/>
              </a:path>
              <a:path w="2209165" h="744854">
                <a:moveTo>
                  <a:pt x="2208784" y="738759"/>
                </a:moveTo>
                <a:lnTo>
                  <a:pt x="2196084" y="723773"/>
                </a:lnTo>
                <a:lnTo>
                  <a:pt x="2146808" y="665607"/>
                </a:lnTo>
                <a:lnTo>
                  <a:pt x="2135594" y="691883"/>
                </a:lnTo>
                <a:lnTo>
                  <a:pt x="517271" y="0"/>
                </a:lnTo>
                <a:lnTo>
                  <a:pt x="505968" y="26289"/>
                </a:lnTo>
                <a:lnTo>
                  <a:pt x="2124379" y="718159"/>
                </a:lnTo>
                <a:lnTo>
                  <a:pt x="2113153" y="744474"/>
                </a:lnTo>
                <a:lnTo>
                  <a:pt x="2208784" y="738759"/>
                </a:lnTo>
                <a:close/>
              </a:path>
            </a:pathLst>
          </a:custGeom>
          <a:solidFill>
            <a:srgbClr val="C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5486908" y="915542"/>
            <a:ext cx="682625" cy="2453640"/>
          </a:xfrm>
          <a:custGeom>
            <a:avLst/>
            <a:gdLst/>
            <a:ahLst/>
            <a:cxnLst/>
            <a:rect l="l" t="t" r="r" b="b"/>
            <a:pathLst>
              <a:path w="682625" h="2453640">
                <a:moveTo>
                  <a:pt x="626900" y="2374310"/>
                </a:moveTo>
                <a:lnTo>
                  <a:pt x="599313" y="2381631"/>
                </a:lnTo>
                <a:lnTo>
                  <a:pt x="662686" y="2453513"/>
                </a:lnTo>
                <a:lnTo>
                  <a:pt x="676227" y="2388108"/>
                </a:lnTo>
                <a:lnTo>
                  <a:pt x="630554" y="2388108"/>
                </a:lnTo>
                <a:lnTo>
                  <a:pt x="626900" y="2374310"/>
                </a:lnTo>
                <a:close/>
              </a:path>
              <a:path w="682625" h="2453640">
                <a:moveTo>
                  <a:pt x="654590" y="2366963"/>
                </a:moveTo>
                <a:lnTo>
                  <a:pt x="626900" y="2374310"/>
                </a:lnTo>
                <a:lnTo>
                  <a:pt x="630554" y="2388108"/>
                </a:lnTo>
                <a:lnTo>
                  <a:pt x="658240" y="2380742"/>
                </a:lnTo>
                <a:lnTo>
                  <a:pt x="654590" y="2366963"/>
                </a:lnTo>
                <a:close/>
              </a:path>
              <a:path w="682625" h="2453640">
                <a:moveTo>
                  <a:pt x="682116" y="2359660"/>
                </a:moveTo>
                <a:lnTo>
                  <a:pt x="654590" y="2366963"/>
                </a:lnTo>
                <a:lnTo>
                  <a:pt x="658240" y="2380742"/>
                </a:lnTo>
                <a:lnTo>
                  <a:pt x="630554" y="2388108"/>
                </a:lnTo>
                <a:lnTo>
                  <a:pt x="676227" y="2388108"/>
                </a:lnTo>
                <a:lnTo>
                  <a:pt x="682116" y="2359660"/>
                </a:lnTo>
                <a:close/>
              </a:path>
              <a:path w="682625" h="2453640">
                <a:moveTo>
                  <a:pt x="27558" y="0"/>
                </a:moveTo>
                <a:lnTo>
                  <a:pt x="0" y="7239"/>
                </a:lnTo>
                <a:lnTo>
                  <a:pt x="626900" y="2374310"/>
                </a:lnTo>
                <a:lnTo>
                  <a:pt x="654590" y="2366963"/>
                </a:lnTo>
                <a:lnTo>
                  <a:pt x="27558" y="0"/>
                </a:lnTo>
                <a:close/>
              </a:path>
            </a:pathLst>
          </a:custGeom>
          <a:solidFill>
            <a:srgbClr val="C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723900" y="760348"/>
            <a:ext cx="899160" cy="2621280"/>
          </a:xfrm>
          <a:custGeom>
            <a:avLst/>
            <a:gdLst/>
            <a:ahLst/>
            <a:cxnLst/>
            <a:rect l="l" t="t" r="r" b="b"/>
            <a:pathLst>
              <a:path w="899160" h="2621279">
                <a:moveTo>
                  <a:pt x="28575" y="2535428"/>
                </a:moveTo>
                <a:lnTo>
                  <a:pt x="0" y="2535428"/>
                </a:lnTo>
                <a:lnTo>
                  <a:pt x="42862" y="2621153"/>
                </a:lnTo>
                <a:lnTo>
                  <a:pt x="78612" y="2549652"/>
                </a:lnTo>
                <a:lnTo>
                  <a:pt x="28575" y="2549652"/>
                </a:lnTo>
                <a:lnTo>
                  <a:pt x="28575" y="2535428"/>
                </a:lnTo>
                <a:close/>
              </a:path>
              <a:path w="899160" h="2621279">
                <a:moveTo>
                  <a:pt x="892683" y="0"/>
                </a:moveTo>
                <a:lnTo>
                  <a:pt x="34975" y="0"/>
                </a:lnTo>
                <a:lnTo>
                  <a:pt x="28575" y="6350"/>
                </a:lnTo>
                <a:lnTo>
                  <a:pt x="28575" y="2549652"/>
                </a:lnTo>
                <a:lnTo>
                  <a:pt x="57150" y="2549652"/>
                </a:lnTo>
                <a:lnTo>
                  <a:pt x="57150" y="28575"/>
                </a:lnTo>
                <a:lnTo>
                  <a:pt x="42862" y="28575"/>
                </a:lnTo>
                <a:lnTo>
                  <a:pt x="57150" y="14224"/>
                </a:lnTo>
                <a:lnTo>
                  <a:pt x="899033" y="14224"/>
                </a:lnTo>
                <a:lnTo>
                  <a:pt x="899033" y="6350"/>
                </a:lnTo>
                <a:lnTo>
                  <a:pt x="892683" y="0"/>
                </a:lnTo>
                <a:close/>
              </a:path>
              <a:path w="899160" h="2621279">
                <a:moveTo>
                  <a:pt x="85725" y="2535428"/>
                </a:moveTo>
                <a:lnTo>
                  <a:pt x="57150" y="2535428"/>
                </a:lnTo>
                <a:lnTo>
                  <a:pt x="57150" y="2549652"/>
                </a:lnTo>
                <a:lnTo>
                  <a:pt x="78612" y="2549652"/>
                </a:lnTo>
                <a:lnTo>
                  <a:pt x="85725" y="2535428"/>
                </a:lnTo>
                <a:close/>
              </a:path>
              <a:path w="899160" h="2621279">
                <a:moveTo>
                  <a:pt x="57150" y="14224"/>
                </a:moveTo>
                <a:lnTo>
                  <a:pt x="42862" y="28575"/>
                </a:lnTo>
                <a:lnTo>
                  <a:pt x="57150" y="28575"/>
                </a:lnTo>
                <a:lnTo>
                  <a:pt x="57150" y="14224"/>
                </a:lnTo>
                <a:close/>
              </a:path>
              <a:path w="899160" h="2621279">
                <a:moveTo>
                  <a:pt x="870458" y="14224"/>
                </a:moveTo>
                <a:lnTo>
                  <a:pt x="57150" y="14224"/>
                </a:lnTo>
                <a:lnTo>
                  <a:pt x="57150" y="28575"/>
                </a:lnTo>
                <a:lnTo>
                  <a:pt x="884809" y="28575"/>
                </a:lnTo>
                <a:lnTo>
                  <a:pt x="881634" y="25400"/>
                </a:lnTo>
                <a:lnTo>
                  <a:pt x="870458" y="25400"/>
                </a:lnTo>
                <a:lnTo>
                  <a:pt x="870458" y="14224"/>
                </a:lnTo>
                <a:close/>
              </a:path>
              <a:path w="899160" h="2621279">
                <a:moveTo>
                  <a:pt x="870458" y="14224"/>
                </a:moveTo>
                <a:lnTo>
                  <a:pt x="870458" y="25400"/>
                </a:lnTo>
                <a:lnTo>
                  <a:pt x="881634" y="25400"/>
                </a:lnTo>
                <a:lnTo>
                  <a:pt x="870458" y="14224"/>
                </a:lnTo>
                <a:close/>
              </a:path>
              <a:path w="899160" h="2621279">
                <a:moveTo>
                  <a:pt x="899033" y="14224"/>
                </a:moveTo>
                <a:lnTo>
                  <a:pt x="870458" y="14224"/>
                </a:lnTo>
                <a:lnTo>
                  <a:pt x="881634" y="25400"/>
                </a:lnTo>
                <a:lnTo>
                  <a:pt x="899033" y="25400"/>
                </a:lnTo>
                <a:lnTo>
                  <a:pt x="899033" y="14224"/>
                </a:lnTo>
                <a:close/>
              </a:path>
            </a:pathLst>
          </a:custGeom>
          <a:solidFill>
            <a:srgbClr val="C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 txBox="1">
            <a:spLocks noGrp="1"/>
          </p:cNvSpPr>
          <p:nvPr>
            <p:ph type="title"/>
          </p:nvPr>
        </p:nvSpPr>
        <p:spPr>
          <a:xfrm>
            <a:off x="105092" y="94868"/>
            <a:ext cx="5490845" cy="324448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5875">
              <a:lnSpc>
                <a:spcPct val="100000"/>
              </a:lnSpc>
              <a:spcBef>
                <a:spcPts val="130"/>
              </a:spcBef>
            </a:pPr>
            <a:r>
              <a:rPr dirty="0"/>
              <a:t>메타인지</a:t>
            </a:r>
            <a:r>
              <a:rPr spc="-15" dirty="0"/>
              <a:t> </a:t>
            </a:r>
            <a:r>
              <a:rPr dirty="0"/>
              <a:t>AI</a:t>
            </a:r>
            <a:r>
              <a:rPr spc="-5" dirty="0"/>
              <a:t> </a:t>
            </a:r>
            <a:r>
              <a:rPr lang="ko-KR" altLang="en-US" spc="-5" dirty="0" err="1"/>
              <a:t>해커톤</a:t>
            </a:r>
            <a:r>
              <a:rPr spc="-45" dirty="0"/>
              <a:t> </a:t>
            </a:r>
            <a:r>
              <a:rPr dirty="0"/>
              <a:t>자동</a:t>
            </a:r>
            <a:r>
              <a:rPr spc="-45" dirty="0"/>
              <a:t> </a:t>
            </a:r>
            <a:r>
              <a:rPr dirty="0"/>
              <a:t>채점</a:t>
            </a:r>
            <a:r>
              <a:rPr spc="-35" dirty="0"/>
              <a:t> </a:t>
            </a:r>
            <a:r>
              <a:rPr spc="-20" dirty="0"/>
              <a:t>알고리즘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6245655" y="4243387"/>
            <a:ext cx="893444" cy="900430"/>
          </a:xfrm>
          <a:custGeom>
            <a:avLst/>
            <a:gdLst/>
            <a:ahLst/>
            <a:cxnLst/>
            <a:rect l="l" t="t" r="r" b="b"/>
            <a:pathLst>
              <a:path w="893445" h="900429">
                <a:moveTo>
                  <a:pt x="0" y="900112"/>
                </a:moveTo>
                <a:lnTo>
                  <a:pt x="893395" y="0"/>
                </a:lnTo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134937" y="540956"/>
            <a:ext cx="6107430" cy="243204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298450" indent="-285750">
              <a:lnSpc>
                <a:spcPct val="100000"/>
              </a:lnSpc>
              <a:spcBef>
                <a:spcPts val="125"/>
              </a:spcBef>
              <a:buClr>
                <a:srgbClr val="C00000"/>
              </a:buClr>
              <a:buFont typeface="Wingdings"/>
              <a:buChar char=""/>
              <a:tabLst>
                <a:tab pos="298450" algn="l"/>
              </a:tabLst>
            </a:pPr>
            <a:r>
              <a:rPr sz="1400" b="1" dirty="0">
                <a:solidFill>
                  <a:srgbClr val="FFFFFF"/>
                </a:solidFill>
                <a:latin typeface="Malgun Gothic"/>
                <a:cs typeface="Malgun Gothic"/>
              </a:rPr>
              <a:t>System</a:t>
            </a:r>
            <a:r>
              <a:rPr sz="1400" b="1" spc="-90" dirty="0">
                <a:solidFill>
                  <a:srgbClr val="FFFFFF"/>
                </a:solidFill>
                <a:latin typeface="Malgun Gothic"/>
                <a:cs typeface="Malgun Gothic"/>
              </a:rPr>
              <a:t> </a:t>
            </a:r>
            <a:r>
              <a:rPr sz="1400" b="1" dirty="0">
                <a:solidFill>
                  <a:srgbClr val="FFFFFF"/>
                </a:solidFill>
                <a:latin typeface="Malgun Gothic"/>
                <a:cs typeface="Malgun Gothic"/>
              </a:rPr>
              <a:t>Prompt와</a:t>
            </a:r>
            <a:r>
              <a:rPr sz="1400" b="1" spc="-35" dirty="0">
                <a:solidFill>
                  <a:srgbClr val="FFFFFF"/>
                </a:solidFill>
                <a:latin typeface="Malgun Gothic"/>
                <a:cs typeface="Malgun Gothic"/>
              </a:rPr>
              <a:t> </a:t>
            </a:r>
            <a:r>
              <a:rPr sz="1400" b="1" dirty="0">
                <a:solidFill>
                  <a:srgbClr val="FFFFFF"/>
                </a:solidFill>
                <a:latin typeface="Malgun Gothic"/>
                <a:cs typeface="Malgun Gothic"/>
              </a:rPr>
              <a:t>RAG를</a:t>
            </a:r>
            <a:r>
              <a:rPr sz="1400" b="1" spc="-35" dirty="0">
                <a:solidFill>
                  <a:srgbClr val="FFFFFF"/>
                </a:solidFill>
                <a:latin typeface="Malgun Gothic"/>
                <a:cs typeface="Malgun Gothic"/>
              </a:rPr>
              <a:t> </a:t>
            </a:r>
            <a:r>
              <a:rPr sz="1400" b="1" dirty="0">
                <a:solidFill>
                  <a:srgbClr val="FFFFFF"/>
                </a:solidFill>
                <a:latin typeface="Malgun Gothic"/>
                <a:cs typeface="Malgun Gothic"/>
              </a:rPr>
              <a:t>수정하지</a:t>
            </a:r>
            <a:r>
              <a:rPr sz="1400" b="1" spc="-35" dirty="0">
                <a:solidFill>
                  <a:srgbClr val="FFFFFF"/>
                </a:solidFill>
                <a:latin typeface="Malgun Gothic"/>
                <a:cs typeface="Malgun Gothic"/>
              </a:rPr>
              <a:t> </a:t>
            </a:r>
            <a:r>
              <a:rPr sz="1400" b="1" dirty="0">
                <a:solidFill>
                  <a:srgbClr val="FFFFFF"/>
                </a:solidFill>
                <a:latin typeface="Malgun Gothic"/>
                <a:cs typeface="Malgun Gothic"/>
              </a:rPr>
              <a:t>않은</a:t>
            </a:r>
            <a:r>
              <a:rPr sz="1400" b="1" spc="-60" dirty="0">
                <a:solidFill>
                  <a:srgbClr val="FFFFFF"/>
                </a:solidFill>
                <a:latin typeface="Malgun Gothic"/>
                <a:cs typeface="Malgun Gothic"/>
              </a:rPr>
              <a:t> </a:t>
            </a:r>
            <a:r>
              <a:rPr sz="1400" b="1" dirty="0">
                <a:solidFill>
                  <a:srgbClr val="FFFFFF"/>
                </a:solidFill>
                <a:latin typeface="Malgun Gothic"/>
                <a:cs typeface="Malgun Gothic"/>
              </a:rPr>
              <a:t>경우</a:t>
            </a:r>
            <a:r>
              <a:rPr sz="1400" b="1" spc="-55" dirty="0">
                <a:solidFill>
                  <a:srgbClr val="FFFFFF"/>
                </a:solidFill>
                <a:latin typeface="Malgun Gothic"/>
                <a:cs typeface="Malgun Gothic"/>
              </a:rPr>
              <a:t> </a:t>
            </a:r>
            <a:r>
              <a:rPr sz="1400" b="1" dirty="0">
                <a:solidFill>
                  <a:srgbClr val="FFFFFF"/>
                </a:solidFill>
                <a:latin typeface="Malgun Gothic"/>
                <a:cs typeface="Malgun Gothic"/>
              </a:rPr>
              <a:t>(기본</a:t>
            </a:r>
            <a:r>
              <a:rPr sz="1400" b="1" spc="-55" dirty="0">
                <a:solidFill>
                  <a:srgbClr val="FFFFFF"/>
                </a:solidFill>
                <a:latin typeface="Malgun Gothic"/>
                <a:cs typeface="Malgun Gothic"/>
              </a:rPr>
              <a:t> </a:t>
            </a:r>
            <a:r>
              <a:rPr sz="1400" b="1" dirty="0">
                <a:solidFill>
                  <a:srgbClr val="FFFFFF"/>
                </a:solidFill>
                <a:latin typeface="Malgun Gothic"/>
                <a:cs typeface="Malgun Gothic"/>
              </a:rPr>
              <a:t>할루시네이션</a:t>
            </a:r>
            <a:r>
              <a:rPr sz="1400" b="1" spc="-10" dirty="0">
                <a:solidFill>
                  <a:srgbClr val="FFFFFF"/>
                </a:solidFill>
                <a:latin typeface="Malgun Gothic"/>
                <a:cs typeface="Malgun Gothic"/>
              </a:rPr>
              <a:t> </a:t>
            </a:r>
            <a:r>
              <a:rPr sz="1400" b="1" spc="-25" dirty="0">
                <a:solidFill>
                  <a:srgbClr val="FFFFFF"/>
                </a:solidFill>
                <a:latin typeface="Malgun Gothic"/>
                <a:cs typeface="Malgun Gothic"/>
              </a:rPr>
              <a:t>모델)</a:t>
            </a:r>
            <a:endParaRPr sz="1400">
              <a:latin typeface="Malgun Gothic"/>
              <a:cs typeface="Malgun Gothic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0" y="1182750"/>
            <a:ext cx="9096375" cy="2663825"/>
            <a:chOff x="0" y="1182750"/>
            <a:chExt cx="9096375" cy="2663825"/>
          </a:xfrm>
        </p:grpSpPr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1190624"/>
              <a:ext cx="9096374" cy="2647950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4167250" y="1195450"/>
              <a:ext cx="1562100" cy="2638425"/>
            </a:xfrm>
            <a:custGeom>
              <a:avLst/>
              <a:gdLst/>
              <a:ahLst/>
              <a:cxnLst/>
              <a:rect l="l" t="t" r="r" b="b"/>
              <a:pathLst>
                <a:path w="1562100" h="2638425">
                  <a:moveTo>
                    <a:pt x="0" y="2638425"/>
                  </a:moveTo>
                  <a:lnTo>
                    <a:pt x="1562100" y="2638425"/>
                  </a:lnTo>
                  <a:lnTo>
                    <a:pt x="1562100" y="0"/>
                  </a:lnTo>
                  <a:lnTo>
                    <a:pt x="0" y="0"/>
                  </a:lnTo>
                  <a:lnTo>
                    <a:pt x="0" y="2638425"/>
                  </a:lnTo>
                  <a:close/>
                </a:path>
              </a:pathLst>
            </a:custGeom>
            <a:ln w="25400">
              <a:solidFill>
                <a:srgbClr val="C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/>
          <p:nvPr/>
        </p:nvSpPr>
        <p:spPr>
          <a:xfrm>
            <a:off x="5805551" y="1341437"/>
            <a:ext cx="197485" cy="243204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400" b="1" spc="-25" dirty="0">
                <a:solidFill>
                  <a:srgbClr val="C00000"/>
                </a:solidFill>
                <a:latin typeface="Malgun Gothic"/>
                <a:cs typeface="Malgun Gothic"/>
              </a:rPr>
              <a:t>??</a:t>
            </a:r>
            <a:endParaRPr sz="1400">
              <a:latin typeface="Malgun Gothic"/>
              <a:cs typeface="Malgun Gothic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title"/>
          </p:nvPr>
        </p:nvSpPr>
        <p:spPr>
          <a:xfrm>
            <a:off x="105092" y="94868"/>
            <a:ext cx="5490845" cy="324448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5875">
              <a:lnSpc>
                <a:spcPct val="100000"/>
              </a:lnSpc>
              <a:spcBef>
                <a:spcPts val="130"/>
              </a:spcBef>
            </a:pPr>
            <a:r>
              <a:rPr dirty="0"/>
              <a:t>메타인지</a:t>
            </a:r>
            <a:r>
              <a:rPr spc="-15" dirty="0"/>
              <a:t> </a:t>
            </a:r>
            <a:r>
              <a:rPr dirty="0"/>
              <a:t>AI </a:t>
            </a:r>
            <a:r>
              <a:rPr lang="ko-KR" altLang="en-US" dirty="0" err="1"/>
              <a:t>해커톤</a:t>
            </a:r>
            <a:r>
              <a:rPr lang="ko-KR" altLang="en-US" dirty="0"/>
              <a:t> </a:t>
            </a:r>
            <a:r>
              <a:rPr dirty="0" err="1"/>
              <a:t>자동</a:t>
            </a:r>
            <a:r>
              <a:rPr spc="-40" dirty="0"/>
              <a:t> </a:t>
            </a:r>
            <a:r>
              <a:rPr dirty="0"/>
              <a:t>채점</a:t>
            </a:r>
            <a:r>
              <a:rPr spc="-30" dirty="0"/>
              <a:t> </a:t>
            </a:r>
            <a:r>
              <a:rPr dirty="0"/>
              <a:t>결과</a:t>
            </a:r>
            <a:r>
              <a:rPr spc="-40" dirty="0"/>
              <a:t> </a:t>
            </a:r>
            <a:r>
              <a:rPr spc="-25" dirty="0"/>
              <a:t>예시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6245655" y="4243387"/>
            <a:ext cx="893444" cy="900430"/>
          </a:xfrm>
          <a:custGeom>
            <a:avLst/>
            <a:gdLst/>
            <a:ahLst/>
            <a:cxnLst/>
            <a:rect l="l" t="t" r="r" b="b"/>
            <a:pathLst>
              <a:path w="893445" h="900429">
                <a:moveTo>
                  <a:pt x="0" y="900112"/>
                </a:moveTo>
                <a:lnTo>
                  <a:pt x="893395" y="0"/>
                </a:lnTo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139700" y="455358"/>
            <a:ext cx="5161915" cy="674370"/>
          </a:xfrm>
          <a:prstGeom prst="rect">
            <a:avLst/>
          </a:prstGeom>
        </p:spPr>
        <p:txBody>
          <a:bodyPr vert="horz" wrap="square" lIns="0" tIns="123190" rIns="0" bIns="0" rtlCol="0">
            <a:spAutoFit/>
          </a:bodyPr>
          <a:lstStyle/>
          <a:p>
            <a:pPr marL="298450" indent="-285750">
              <a:lnSpc>
                <a:spcPct val="100000"/>
              </a:lnSpc>
              <a:spcBef>
                <a:spcPts val="970"/>
              </a:spcBef>
              <a:buClr>
                <a:srgbClr val="C00000"/>
              </a:buClr>
              <a:buFont typeface="Wingdings"/>
              <a:buChar char=""/>
              <a:tabLst>
                <a:tab pos="298450" algn="l"/>
              </a:tabLst>
            </a:pPr>
            <a:r>
              <a:rPr sz="1400" b="1" dirty="0">
                <a:solidFill>
                  <a:srgbClr val="FFFFFF"/>
                </a:solidFill>
                <a:latin typeface="Malgun Gothic"/>
                <a:cs typeface="Malgun Gothic"/>
              </a:rPr>
              <a:t>System</a:t>
            </a:r>
            <a:r>
              <a:rPr sz="1400" b="1" spc="-85" dirty="0">
                <a:solidFill>
                  <a:srgbClr val="FFFFFF"/>
                </a:solidFill>
                <a:latin typeface="Malgun Gothic"/>
                <a:cs typeface="Malgun Gothic"/>
              </a:rPr>
              <a:t> </a:t>
            </a:r>
            <a:r>
              <a:rPr sz="1400" b="1" dirty="0">
                <a:solidFill>
                  <a:srgbClr val="FFFFFF"/>
                </a:solidFill>
                <a:latin typeface="Malgun Gothic"/>
                <a:cs typeface="Malgun Gothic"/>
              </a:rPr>
              <a:t>Prompt가</a:t>
            </a:r>
            <a:r>
              <a:rPr sz="1400" b="1" spc="-20" dirty="0">
                <a:solidFill>
                  <a:srgbClr val="FFFFFF"/>
                </a:solidFill>
                <a:latin typeface="Malgun Gothic"/>
                <a:cs typeface="Malgun Gothic"/>
              </a:rPr>
              <a:t> </a:t>
            </a:r>
            <a:r>
              <a:rPr sz="1400" b="1" dirty="0">
                <a:solidFill>
                  <a:srgbClr val="FFFFFF"/>
                </a:solidFill>
                <a:latin typeface="Malgun Gothic"/>
                <a:cs typeface="Malgun Gothic"/>
              </a:rPr>
              <a:t>정교하지</a:t>
            </a:r>
            <a:r>
              <a:rPr sz="1400" b="1" spc="-20" dirty="0">
                <a:solidFill>
                  <a:srgbClr val="FFFFFF"/>
                </a:solidFill>
                <a:latin typeface="Malgun Gothic"/>
                <a:cs typeface="Malgun Gothic"/>
              </a:rPr>
              <a:t> </a:t>
            </a:r>
            <a:r>
              <a:rPr sz="1400" b="1" dirty="0">
                <a:solidFill>
                  <a:srgbClr val="FFFFFF"/>
                </a:solidFill>
                <a:latin typeface="Malgun Gothic"/>
                <a:cs typeface="Malgun Gothic"/>
              </a:rPr>
              <a:t>못한</a:t>
            </a:r>
            <a:r>
              <a:rPr sz="1400" b="1" spc="-50" dirty="0">
                <a:solidFill>
                  <a:srgbClr val="FFFFFF"/>
                </a:solidFill>
                <a:latin typeface="Malgun Gothic"/>
                <a:cs typeface="Malgun Gothic"/>
              </a:rPr>
              <a:t> </a:t>
            </a:r>
            <a:r>
              <a:rPr sz="1400" b="1" spc="-25" dirty="0">
                <a:solidFill>
                  <a:srgbClr val="FFFFFF"/>
                </a:solidFill>
                <a:latin typeface="Malgun Gothic"/>
                <a:cs typeface="Malgun Gothic"/>
              </a:rPr>
              <a:t>경우</a:t>
            </a:r>
            <a:endParaRPr sz="1400">
              <a:latin typeface="Malgun Gothic"/>
              <a:cs typeface="Malgun Gothic"/>
            </a:endParaRPr>
          </a:p>
          <a:p>
            <a:pPr marL="322580">
              <a:lnSpc>
                <a:spcPct val="100000"/>
              </a:lnSpc>
              <a:spcBef>
                <a:spcPts val="875"/>
              </a:spcBef>
            </a:pPr>
            <a:r>
              <a:rPr sz="1400" dirty="0">
                <a:solidFill>
                  <a:srgbClr val="FFFFFF"/>
                </a:solidFill>
                <a:latin typeface="Malgun Gothic"/>
                <a:cs typeface="Malgun Gothic"/>
              </a:rPr>
              <a:t>→</a:t>
            </a:r>
            <a:r>
              <a:rPr sz="1400" spc="-50" dirty="0">
                <a:solidFill>
                  <a:srgbClr val="FFFFFF"/>
                </a:solidFill>
                <a:latin typeface="Malgun Gothic"/>
                <a:cs typeface="Malgun Gothic"/>
              </a:rPr>
              <a:t> </a:t>
            </a:r>
            <a:r>
              <a:rPr sz="1400" dirty="0">
                <a:solidFill>
                  <a:srgbClr val="FFFFFF"/>
                </a:solidFill>
                <a:latin typeface="Malgun Gothic"/>
                <a:cs typeface="Malgun Gothic"/>
              </a:rPr>
              <a:t>context</a:t>
            </a:r>
            <a:r>
              <a:rPr sz="1400" spc="-30" dirty="0">
                <a:solidFill>
                  <a:srgbClr val="FFFFFF"/>
                </a:solidFill>
                <a:latin typeface="Malgun Gothic"/>
                <a:cs typeface="Malgun Gothic"/>
              </a:rPr>
              <a:t> </a:t>
            </a:r>
            <a:r>
              <a:rPr sz="1400" dirty="0">
                <a:solidFill>
                  <a:srgbClr val="FFFFFF"/>
                </a:solidFill>
                <a:latin typeface="Malgun Gothic"/>
                <a:cs typeface="Malgun Gothic"/>
              </a:rPr>
              <a:t>등</a:t>
            </a:r>
            <a:r>
              <a:rPr sz="1400" spc="-45" dirty="0">
                <a:solidFill>
                  <a:srgbClr val="FFFFFF"/>
                </a:solidFill>
                <a:latin typeface="Malgun Gothic"/>
                <a:cs typeface="Malgun Gothic"/>
              </a:rPr>
              <a:t> </a:t>
            </a:r>
            <a:r>
              <a:rPr sz="1400" dirty="0">
                <a:solidFill>
                  <a:srgbClr val="FFFFFF"/>
                </a:solidFill>
                <a:latin typeface="Malgun Gothic"/>
                <a:cs typeface="Malgun Gothic"/>
              </a:rPr>
              <a:t>잘</a:t>
            </a:r>
            <a:r>
              <a:rPr sz="1400" spc="-40" dirty="0">
                <a:solidFill>
                  <a:srgbClr val="FFFFFF"/>
                </a:solidFill>
                <a:latin typeface="Malgun Gothic"/>
                <a:cs typeface="Malgun Gothic"/>
              </a:rPr>
              <a:t> </a:t>
            </a:r>
            <a:r>
              <a:rPr sz="1400" dirty="0">
                <a:solidFill>
                  <a:srgbClr val="FFFFFF"/>
                </a:solidFill>
                <a:latin typeface="Malgun Gothic"/>
                <a:cs typeface="Malgun Gothic"/>
              </a:rPr>
              <a:t>구성했음에도</a:t>
            </a:r>
            <a:r>
              <a:rPr sz="1400" spc="-20" dirty="0">
                <a:solidFill>
                  <a:srgbClr val="FFFFFF"/>
                </a:solidFill>
                <a:latin typeface="Malgun Gothic"/>
                <a:cs typeface="Malgun Gothic"/>
              </a:rPr>
              <a:t> </a:t>
            </a:r>
            <a:r>
              <a:rPr sz="1400" dirty="0">
                <a:solidFill>
                  <a:srgbClr val="FFFFFF"/>
                </a:solidFill>
                <a:latin typeface="Malgun Gothic"/>
                <a:cs typeface="Malgun Gothic"/>
              </a:rPr>
              <a:t>대부분의</a:t>
            </a:r>
            <a:r>
              <a:rPr sz="1400" spc="-45" dirty="0">
                <a:solidFill>
                  <a:srgbClr val="FFFFFF"/>
                </a:solidFill>
                <a:latin typeface="Malgun Gothic"/>
                <a:cs typeface="Malgun Gothic"/>
              </a:rPr>
              <a:t> </a:t>
            </a:r>
            <a:r>
              <a:rPr sz="1400" dirty="0">
                <a:solidFill>
                  <a:srgbClr val="FFFFFF"/>
                </a:solidFill>
                <a:latin typeface="Malgun Gothic"/>
                <a:cs typeface="Malgun Gothic"/>
              </a:rPr>
              <a:t>문제에서</a:t>
            </a:r>
            <a:r>
              <a:rPr sz="1400" spc="-45" dirty="0">
                <a:solidFill>
                  <a:srgbClr val="FFFFFF"/>
                </a:solidFill>
                <a:latin typeface="Malgun Gothic"/>
                <a:cs typeface="Malgun Gothic"/>
              </a:rPr>
              <a:t> </a:t>
            </a:r>
            <a:r>
              <a:rPr sz="1400" dirty="0">
                <a:solidFill>
                  <a:srgbClr val="FFFFFF"/>
                </a:solidFill>
                <a:latin typeface="Malgun Gothic"/>
                <a:cs typeface="Malgun Gothic"/>
              </a:rPr>
              <a:t>낮은</a:t>
            </a:r>
            <a:r>
              <a:rPr sz="1400" spc="-65" dirty="0">
                <a:solidFill>
                  <a:srgbClr val="FFFFFF"/>
                </a:solidFill>
                <a:latin typeface="Malgun Gothic"/>
                <a:cs typeface="Malgun Gothic"/>
              </a:rPr>
              <a:t> </a:t>
            </a:r>
            <a:r>
              <a:rPr sz="1400" spc="-25" dirty="0">
                <a:solidFill>
                  <a:srgbClr val="FFFFFF"/>
                </a:solidFill>
                <a:latin typeface="Malgun Gothic"/>
                <a:cs typeface="Malgun Gothic"/>
              </a:rPr>
              <a:t>점수</a:t>
            </a:r>
            <a:endParaRPr sz="1400">
              <a:latin typeface="Malgun Gothic"/>
              <a:cs typeface="Malgun Gothic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0" y="1171575"/>
            <a:ext cx="9144000" cy="2638425"/>
            <a:chOff x="0" y="1171575"/>
            <a:chExt cx="9144000" cy="2638425"/>
          </a:xfrm>
        </p:grpSpPr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1171575"/>
              <a:ext cx="9143999" cy="2638425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2281301" y="2281300"/>
              <a:ext cx="1914525" cy="476250"/>
            </a:xfrm>
            <a:custGeom>
              <a:avLst/>
              <a:gdLst/>
              <a:ahLst/>
              <a:cxnLst/>
              <a:rect l="l" t="t" r="r" b="b"/>
              <a:pathLst>
                <a:path w="1914525" h="476250">
                  <a:moveTo>
                    <a:pt x="0" y="476250"/>
                  </a:moveTo>
                  <a:lnTo>
                    <a:pt x="1914525" y="476250"/>
                  </a:lnTo>
                  <a:lnTo>
                    <a:pt x="1914525" y="0"/>
                  </a:lnTo>
                  <a:lnTo>
                    <a:pt x="0" y="0"/>
                  </a:lnTo>
                  <a:lnTo>
                    <a:pt x="0" y="476250"/>
                  </a:lnTo>
                  <a:close/>
                </a:path>
              </a:pathLst>
            </a:custGeom>
            <a:ln w="25400">
              <a:solidFill>
                <a:srgbClr val="C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xfrm>
            <a:off x="105092" y="94868"/>
            <a:ext cx="5490845" cy="324448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5875">
              <a:lnSpc>
                <a:spcPct val="100000"/>
              </a:lnSpc>
              <a:spcBef>
                <a:spcPts val="130"/>
              </a:spcBef>
            </a:pPr>
            <a:r>
              <a:rPr dirty="0"/>
              <a:t>메타인지</a:t>
            </a:r>
            <a:r>
              <a:rPr spc="-15" dirty="0"/>
              <a:t> </a:t>
            </a:r>
            <a:r>
              <a:rPr dirty="0"/>
              <a:t>AI </a:t>
            </a:r>
            <a:r>
              <a:rPr lang="ko-KR" altLang="en-US" dirty="0" err="1"/>
              <a:t>해커톤</a:t>
            </a:r>
            <a:r>
              <a:rPr spc="-45" dirty="0"/>
              <a:t> </a:t>
            </a:r>
            <a:r>
              <a:rPr dirty="0"/>
              <a:t>자동</a:t>
            </a:r>
            <a:r>
              <a:rPr spc="-40" dirty="0"/>
              <a:t> </a:t>
            </a:r>
            <a:r>
              <a:rPr dirty="0"/>
              <a:t>채점</a:t>
            </a:r>
            <a:r>
              <a:rPr spc="-30" dirty="0"/>
              <a:t> </a:t>
            </a:r>
            <a:r>
              <a:rPr dirty="0"/>
              <a:t>결과</a:t>
            </a:r>
            <a:r>
              <a:rPr spc="-40" dirty="0"/>
              <a:t> </a:t>
            </a:r>
            <a:r>
              <a:rPr spc="-25" dirty="0"/>
              <a:t>예시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019800" y="590550"/>
            <a:ext cx="2828925" cy="2085975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05092" y="94868"/>
            <a:ext cx="5490845" cy="324448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5875">
              <a:lnSpc>
                <a:spcPct val="100000"/>
              </a:lnSpc>
              <a:spcBef>
                <a:spcPts val="130"/>
              </a:spcBef>
            </a:pPr>
            <a:r>
              <a:rPr lang="ko-KR" altLang="en-US" dirty="0"/>
              <a:t>메타인지 </a:t>
            </a:r>
            <a:r>
              <a:rPr lang="en-US" altLang="ko-KR" dirty="0"/>
              <a:t>AI </a:t>
            </a:r>
            <a:r>
              <a:rPr lang="ko-KR" altLang="en-US" dirty="0" err="1"/>
              <a:t>해커톤</a:t>
            </a:r>
            <a:r>
              <a:rPr lang="ko-KR" altLang="en-US" dirty="0"/>
              <a:t> 현장 사례</a:t>
            </a:r>
            <a:endParaRPr spc="-20" dirty="0"/>
          </a:p>
        </p:txBody>
      </p:sp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171825" y="590550"/>
            <a:ext cx="2752725" cy="2085975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361950" y="590550"/>
            <a:ext cx="2743200" cy="2085975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361950" y="2724150"/>
            <a:ext cx="2743200" cy="2181225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3209925" y="2724150"/>
            <a:ext cx="2714625" cy="2162175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5991225" y="2724150"/>
            <a:ext cx="2857500" cy="2162175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181725" y="895350"/>
            <a:ext cx="2600325" cy="3705225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05092" y="94868"/>
            <a:ext cx="5490845" cy="324448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5875">
              <a:lnSpc>
                <a:spcPct val="100000"/>
              </a:lnSpc>
              <a:spcBef>
                <a:spcPts val="130"/>
              </a:spcBef>
            </a:pPr>
            <a:r>
              <a:rPr dirty="0"/>
              <a:t>메타인지</a:t>
            </a:r>
            <a:r>
              <a:rPr spc="-30" dirty="0"/>
              <a:t> </a:t>
            </a:r>
            <a:r>
              <a:rPr dirty="0"/>
              <a:t>AI</a:t>
            </a:r>
            <a:r>
              <a:rPr spc="-15" dirty="0"/>
              <a:t> </a:t>
            </a:r>
            <a:r>
              <a:rPr lang="ko-KR" altLang="en-US" spc="-15" dirty="0" err="1"/>
              <a:t>해커톤</a:t>
            </a:r>
            <a:r>
              <a:rPr spc="-55" dirty="0"/>
              <a:t> </a:t>
            </a:r>
            <a:r>
              <a:rPr spc="-25" dirty="0"/>
              <a:t>결과물</a:t>
            </a:r>
          </a:p>
        </p:txBody>
      </p:sp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47650" y="866775"/>
            <a:ext cx="2886075" cy="3705225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3429000" y="895350"/>
            <a:ext cx="2476500" cy="3676650"/>
          </a:xfrm>
          <a:prstGeom prst="rect">
            <a:avLst/>
          </a:prstGeom>
        </p:spPr>
      </p:pic>
      <p:sp>
        <p:nvSpPr>
          <p:cNvPr id="6" name="object 6"/>
          <p:cNvSpPr txBox="1"/>
          <p:nvPr/>
        </p:nvSpPr>
        <p:spPr>
          <a:xfrm>
            <a:off x="237172" y="524192"/>
            <a:ext cx="6561455" cy="243204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297815" indent="-285115">
              <a:lnSpc>
                <a:spcPct val="100000"/>
              </a:lnSpc>
              <a:spcBef>
                <a:spcPts val="125"/>
              </a:spcBef>
              <a:buClr>
                <a:srgbClr val="C00000"/>
              </a:buClr>
              <a:buFont typeface="Wingdings"/>
              <a:buChar char=""/>
              <a:tabLst>
                <a:tab pos="297815" algn="l"/>
              </a:tabLst>
            </a:pPr>
            <a:r>
              <a:rPr sz="1400" b="1" dirty="0">
                <a:solidFill>
                  <a:srgbClr val="FFFFFF"/>
                </a:solidFill>
                <a:latin typeface="Malgun Gothic"/>
                <a:cs typeface="Malgun Gothic"/>
              </a:rPr>
              <a:t>프롬프트</a:t>
            </a:r>
            <a:r>
              <a:rPr sz="1400" b="1" spc="-45" dirty="0">
                <a:solidFill>
                  <a:srgbClr val="FFFFFF"/>
                </a:solidFill>
                <a:latin typeface="Malgun Gothic"/>
                <a:cs typeface="Malgun Gothic"/>
              </a:rPr>
              <a:t> </a:t>
            </a:r>
            <a:r>
              <a:rPr sz="1400" b="1" dirty="0">
                <a:solidFill>
                  <a:srgbClr val="FFFFFF"/>
                </a:solidFill>
                <a:latin typeface="Malgun Gothic"/>
                <a:cs typeface="Malgun Gothic"/>
              </a:rPr>
              <a:t>엔지니어링,</a:t>
            </a:r>
            <a:r>
              <a:rPr sz="1400" b="1" spc="-50" dirty="0">
                <a:solidFill>
                  <a:srgbClr val="FFFFFF"/>
                </a:solidFill>
                <a:latin typeface="Malgun Gothic"/>
                <a:cs typeface="Malgun Gothic"/>
              </a:rPr>
              <a:t> </a:t>
            </a:r>
            <a:r>
              <a:rPr sz="1400" b="1" dirty="0">
                <a:solidFill>
                  <a:srgbClr val="FFFFFF"/>
                </a:solidFill>
                <a:latin typeface="Malgun Gothic"/>
                <a:cs typeface="Malgun Gothic"/>
              </a:rPr>
              <a:t>RAG,</a:t>
            </a:r>
            <a:r>
              <a:rPr sz="1400" b="1" spc="-10" dirty="0">
                <a:solidFill>
                  <a:srgbClr val="FFFFFF"/>
                </a:solidFill>
                <a:latin typeface="Malgun Gothic"/>
                <a:cs typeface="Malgun Gothic"/>
              </a:rPr>
              <a:t> </a:t>
            </a:r>
            <a:r>
              <a:rPr sz="1400" b="1" dirty="0">
                <a:solidFill>
                  <a:srgbClr val="FFFFFF"/>
                </a:solidFill>
                <a:latin typeface="Malgun Gothic"/>
                <a:cs typeface="Malgun Gothic"/>
              </a:rPr>
              <a:t>데이터셋</a:t>
            </a:r>
            <a:r>
              <a:rPr sz="1400" b="1" spc="-40" dirty="0">
                <a:solidFill>
                  <a:srgbClr val="FFFFFF"/>
                </a:solidFill>
                <a:latin typeface="Malgun Gothic"/>
                <a:cs typeface="Malgun Gothic"/>
              </a:rPr>
              <a:t> </a:t>
            </a:r>
            <a:r>
              <a:rPr sz="1400" b="1" dirty="0">
                <a:solidFill>
                  <a:srgbClr val="FFFFFF"/>
                </a:solidFill>
                <a:latin typeface="Malgun Gothic"/>
                <a:cs typeface="Malgun Gothic"/>
              </a:rPr>
              <a:t>구축</a:t>
            </a:r>
            <a:r>
              <a:rPr sz="1400" b="1" spc="-70" dirty="0">
                <a:solidFill>
                  <a:srgbClr val="FFFFFF"/>
                </a:solidFill>
                <a:latin typeface="Malgun Gothic"/>
                <a:cs typeface="Malgun Gothic"/>
              </a:rPr>
              <a:t> </a:t>
            </a:r>
            <a:r>
              <a:rPr sz="1400" b="1" dirty="0">
                <a:solidFill>
                  <a:srgbClr val="FFFFFF"/>
                </a:solidFill>
                <a:latin typeface="Malgun Gothic"/>
                <a:cs typeface="Malgun Gothic"/>
              </a:rPr>
              <a:t>등</a:t>
            </a:r>
            <a:r>
              <a:rPr sz="1400" b="1" spc="-40" dirty="0">
                <a:solidFill>
                  <a:srgbClr val="FFFFFF"/>
                </a:solidFill>
                <a:latin typeface="Malgun Gothic"/>
                <a:cs typeface="Malgun Gothic"/>
              </a:rPr>
              <a:t> </a:t>
            </a:r>
            <a:r>
              <a:rPr sz="1400" b="1" dirty="0">
                <a:solidFill>
                  <a:srgbClr val="FFFFFF"/>
                </a:solidFill>
                <a:latin typeface="Malgun Gothic"/>
                <a:cs typeface="Malgun Gothic"/>
              </a:rPr>
              <a:t>다양한</a:t>
            </a:r>
            <a:r>
              <a:rPr sz="1400" b="1" spc="-20" dirty="0">
                <a:solidFill>
                  <a:srgbClr val="FFFFFF"/>
                </a:solidFill>
                <a:latin typeface="Malgun Gothic"/>
                <a:cs typeface="Malgun Gothic"/>
              </a:rPr>
              <a:t> </a:t>
            </a:r>
            <a:r>
              <a:rPr sz="1400" b="1" dirty="0">
                <a:solidFill>
                  <a:srgbClr val="FFFFFF"/>
                </a:solidFill>
                <a:latin typeface="Malgun Gothic"/>
                <a:cs typeface="Malgun Gothic"/>
              </a:rPr>
              <a:t>방법론을</a:t>
            </a:r>
            <a:r>
              <a:rPr sz="1400" b="1" spc="-40" dirty="0">
                <a:solidFill>
                  <a:srgbClr val="FFFFFF"/>
                </a:solidFill>
                <a:latin typeface="Malgun Gothic"/>
                <a:cs typeface="Malgun Gothic"/>
              </a:rPr>
              <a:t> </a:t>
            </a:r>
            <a:r>
              <a:rPr sz="1400" b="1" dirty="0">
                <a:solidFill>
                  <a:srgbClr val="FFFFFF"/>
                </a:solidFill>
                <a:latin typeface="Malgun Gothic"/>
                <a:cs typeface="Malgun Gothic"/>
              </a:rPr>
              <a:t>통해</a:t>
            </a:r>
            <a:r>
              <a:rPr sz="1400" b="1" spc="-65" dirty="0">
                <a:solidFill>
                  <a:srgbClr val="FFFFFF"/>
                </a:solidFill>
                <a:latin typeface="Malgun Gothic"/>
                <a:cs typeface="Malgun Gothic"/>
              </a:rPr>
              <a:t> </a:t>
            </a:r>
            <a:r>
              <a:rPr sz="1400" b="1" dirty="0">
                <a:solidFill>
                  <a:srgbClr val="FFFFFF"/>
                </a:solidFill>
                <a:latin typeface="Malgun Gothic"/>
                <a:cs typeface="Malgun Gothic"/>
              </a:rPr>
              <a:t>문제</a:t>
            </a:r>
            <a:r>
              <a:rPr sz="1400" b="1" spc="-65" dirty="0">
                <a:solidFill>
                  <a:srgbClr val="FFFFFF"/>
                </a:solidFill>
                <a:latin typeface="Malgun Gothic"/>
                <a:cs typeface="Malgun Gothic"/>
              </a:rPr>
              <a:t> </a:t>
            </a:r>
            <a:r>
              <a:rPr sz="1400" b="1" spc="-25" dirty="0">
                <a:solidFill>
                  <a:srgbClr val="FFFFFF"/>
                </a:solidFill>
                <a:latin typeface="Malgun Gothic"/>
                <a:cs typeface="Malgun Gothic"/>
              </a:rPr>
              <a:t>해결</a:t>
            </a:r>
            <a:endParaRPr sz="1400">
              <a:latin typeface="Malgun Gothic"/>
              <a:cs typeface="Malgun Gothic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05092" y="94868"/>
            <a:ext cx="5490845" cy="324448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5875">
              <a:lnSpc>
                <a:spcPct val="100000"/>
              </a:lnSpc>
              <a:spcBef>
                <a:spcPts val="130"/>
              </a:spcBef>
            </a:pPr>
            <a:r>
              <a:rPr dirty="0"/>
              <a:t>메타인지</a:t>
            </a:r>
            <a:r>
              <a:rPr spc="-30" dirty="0"/>
              <a:t> </a:t>
            </a:r>
            <a:r>
              <a:rPr dirty="0"/>
              <a:t>AI</a:t>
            </a:r>
            <a:r>
              <a:rPr spc="-15" dirty="0"/>
              <a:t> </a:t>
            </a:r>
            <a:r>
              <a:rPr lang="ko-KR" altLang="en-US" spc="-15" dirty="0" err="1"/>
              <a:t>해커톤</a:t>
            </a:r>
            <a:r>
              <a:rPr spc="-55" dirty="0"/>
              <a:t> </a:t>
            </a:r>
            <a:r>
              <a:rPr spc="-20" dirty="0"/>
              <a:t>최종결과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37172" y="524192"/>
            <a:ext cx="6561455" cy="243204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297815" indent="-285115">
              <a:lnSpc>
                <a:spcPct val="100000"/>
              </a:lnSpc>
              <a:spcBef>
                <a:spcPts val="125"/>
              </a:spcBef>
              <a:buClr>
                <a:srgbClr val="C00000"/>
              </a:buClr>
              <a:buFont typeface="Wingdings"/>
              <a:buChar char=""/>
              <a:tabLst>
                <a:tab pos="297815" algn="l"/>
              </a:tabLst>
            </a:pPr>
            <a:r>
              <a:rPr sz="1400" b="1" dirty="0">
                <a:solidFill>
                  <a:srgbClr val="FFFFFF"/>
                </a:solidFill>
                <a:latin typeface="Malgun Gothic"/>
                <a:cs typeface="Malgun Gothic"/>
              </a:rPr>
              <a:t>프롬프트</a:t>
            </a:r>
            <a:r>
              <a:rPr sz="1400" b="1" spc="-45" dirty="0">
                <a:solidFill>
                  <a:srgbClr val="FFFFFF"/>
                </a:solidFill>
                <a:latin typeface="Malgun Gothic"/>
                <a:cs typeface="Malgun Gothic"/>
              </a:rPr>
              <a:t> </a:t>
            </a:r>
            <a:r>
              <a:rPr sz="1400" b="1" dirty="0">
                <a:solidFill>
                  <a:srgbClr val="FFFFFF"/>
                </a:solidFill>
                <a:latin typeface="Malgun Gothic"/>
                <a:cs typeface="Malgun Gothic"/>
              </a:rPr>
              <a:t>엔지니어링,</a:t>
            </a:r>
            <a:r>
              <a:rPr sz="1400" b="1" spc="-50" dirty="0">
                <a:solidFill>
                  <a:srgbClr val="FFFFFF"/>
                </a:solidFill>
                <a:latin typeface="Malgun Gothic"/>
                <a:cs typeface="Malgun Gothic"/>
              </a:rPr>
              <a:t> </a:t>
            </a:r>
            <a:r>
              <a:rPr sz="1400" b="1" dirty="0">
                <a:solidFill>
                  <a:srgbClr val="FFFFFF"/>
                </a:solidFill>
                <a:latin typeface="Malgun Gothic"/>
                <a:cs typeface="Malgun Gothic"/>
              </a:rPr>
              <a:t>RAG,</a:t>
            </a:r>
            <a:r>
              <a:rPr sz="1400" b="1" spc="-10" dirty="0">
                <a:solidFill>
                  <a:srgbClr val="FFFFFF"/>
                </a:solidFill>
                <a:latin typeface="Malgun Gothic"/>
                <a:cs typeface="Malgun Gothic"/>
              </a:rPr>
              <a:t> </a:t>
            </a:r>
            <a:r>
              <a:rPr sz="1400" b="1" dirty="0">
                <a:solidFill>
                  <a:srgbClr val="FFFFFF"/>
                </a:solidFill>
                <a:latin typeface="Malgun Gothic"/>
                <a:cs typeface="Malgun Gothic"/>
              </a:rPr>
              <a:t>데이터셋</a:t>
            </a:r>
            <a:r>
              <a:rPr sz="1400" b="1" spc="-40" dirty="0">
                <a:solidFill>
                  <a:srgbClr val="FFFFFF"/>
                </a:solidFill>
                <a:latin typeface="Malgun Gothic"/>
                <a:cs typeface="Malgun Gothic"/>
              </a:rPr>
              <a:t> </a:t>
            </a:r>
            <a:r>
              <a:rPr sz="1400" b="1" dirty="0">
                <a:solidFill>
                  <a:srgbClr val="FFFFFF"/>
                </a:solidFill>
                <a:latin typeface="Malgun Gothic"/>
                <a:cs typeface="Malgun Gothic"/>
              </a:rPr>
              <a:t>구축</a:t>
            </a:r>
            <a:r>
              <a:rPr sz="1400" b="1" spc="-70" dirty="0">
                <a:solidFill>
                  <a:srgbClr val="FFFFFF"/>
                </a:solidFill>
                <a:latin typeface="Malgun Gothic"/>
                <a:cs typeface="Malgun Gothic"/>
              </a:rPr>
              <a:t> </a:t>
            </a:r>
            <a:r>
              <a:rPr sz="1400" b="1" dirty="0">
                <a:solidFill>
                  <a:srgbClr val="FFFFFF"/>
                </a:solidFill>
                <a:latin typeface="Malgun Gothic"/>
                <a:cs typeface="Malgun Gothic"/>
              </a:rPr>
              <a:t>등</a:t>
            </a:r>
            <a:r>
              <a:rPr sz="1400" b="1" spc="-40" dirty="0">
                <a:solidFill>
                  <a:srgbClr val="FFFFFF"/>
                </a:solidFill>
                <a:latin typeface="Malgun Gothic"/>
                <a:cs typeface="Malgun Gothic"/>
              </a:rPr>
              <a:t> </a:t>
            </a:r>
            <a:r>
              <a:rPr sz="1400" b="1" dirty="0">
                <a:solidFill>
                  <a:srgbClr val="FFFFFF"/>
                </a:solidFill>
                <a:latin typeface="Malgun Gothic"/>
                <a:cs typeface="Malgun Gothic"/>
              </a:rPr>
              <a:t>다양한</a:t>
            </a:r>
            <a:r>
              <a:rPr sz="1400" b="1" spc="-20" dirty="0">
                <a:solidFill>
                  <a:srgbClr val="FFFFFF"/>
                </a:solidFill>
                <a:latin typeface="Malgun Gothic"/>
                <a:cs typeface="Malgun Gothic"/>
              </a:rPr>
              <a:t> </a:t>
            </a:r>
            <a:r>
              <a:rPr sz="1400" b="1" dirty="0">
                <a:solidFill>
                  <a:srgbClr val="FFFFFF"/>
                </a:solidFill>
                <a:latin typeface="Malgun Gothic"/>
                <a:cs typeface="Malgun Gothic"/>
              </a:rPr>
              <a:t>방법론을</a:t>
            </a:r>
            <a:r>
              <a:rPr sz="1400" b="1" spc="-40" dirty="0">
                <a:solidFill>
                  <a:srgbClr val="FFFFFF"/>
                </a:solidFill>
                <a:latin typeface="Malgun Gothic"/>
                <a:cs typeface="Malgun Gothic"/>
              </a:rPr>
              <a:t> </a:t>
            </a:r>
            <a:r>
              <a:rPr sz="1400" b="1" dirty="0">
                <a:solidFill>
                  <a:srgbClr val="FFFFFF"/>
                </a:solidFill>
                <a:latin typeface="Malgun Gothic"/>
                <a:cs typeface="Malgun Gothic"/>
              </a:rPr>
              <a:t>통해</a:t>
            </a:r>
            <a:r>
              <a:rPr sz="1400" b="1" spc="-65" dirty="0">
                <a:solidFill>
                  <a:srgbClr val="FFFFFF"/>
                </a:solidFill>
                <a:latin typeface="Malgun Gothic"/>
                <a:cs typeface="Malgun Gothic"/>
              </a:rPr>
              <a:t> </a:t>
            </a:r>
            <a:r>
              <a:rPr sz="1400" b="1" dirty="0">
                <a:solidFill>
                  <a:srgbClr val="FFFFFF"/>
                </a:solidFill>
                <a:latin typeface="Malgun Gothic"/>
                <a:cs typeface="Malgun Gothic"/>
              </a:rPr>
              <a:t>문제</a:t>
            </a:r>
            <a:r>
              <a:rPr sz="1400" b="1" spc="-65" dirty="0">
                <a:solidFill>
                  <a:srgbClr val="FFFFFF"/>
                </a:solidFill>
                <a:latin typeface="Malgun Gothic"/>
                <a:cs typeface="Malgun Gothic"/>
              </a:rPr>
              <a:t> </a:t>
            </a:r>
            <a:r>
              <a:rPr sz="1400" b="1" spc="-25" dirty="0">
                <a:solidFill>
                  <a:srgbClr val="FFFFFF"/>
                </a:solidFill>
                <a:latin typeface="Malgun Gothic"/>
                <a:cs typeface="Malgun Gothic"/>
              </a:rPr>
              <a:t>해결</a:t>
            </a:r>
            <a:endParaRPr sz="1400">
              <a:latin typeface="Malgun Gothic"/>
              <a:cs typeface="Malgun Gothic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2128901" y="3300348"/>
            <a:ext cx="5181600" cy="0"/>
          </a:xfrm>
          <a:custGeom>
            <a:avLst/>
            <a:gdLst/>
            <a:ahLst/>
            <a:cxnLst/>
            <a:rect l="l" t="t" r="r" b="b"/>
            <a:pathLst>
              <a:path w="5181600">
                <a:moveTo>
                  <a:pt x="0" y="0"/>
                </a:moveTo>
                <a:lnTo>
                  <a:pt x="5181600" y="0"/>
                </a:lnTo>
              </a:path>
            </a:pathLst>
          </a:custGeom>
          <a:ln w="9525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2128901" y="3014726"/>
            <a:ext cx="5181600" cy="0"/>
          </a:xfrm>
          <a:custGeom>
            <a:avLst/>
            <a:gdLst/>
            <a:ahLst/>
            <a:cxnLst/>
            <a:rect l="l" t="t" r="r" b="b"/>
            <a:pathLst>
              <a:path w="5181600">
                <a:moveTo>
                  <a:pt x="0" y="0"/>
                </a:moveTo>
                <a:lnTo>
                  <a:pt x="5181600" y="0"/>
                </a:lnTo>
              </a:path>
            </a:pathLst>
          </a:custGeom>
          <a:ln w="9525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2128901" y="2728976"/>
            <a:ext cx="5181600" cy="0"/>
          </a:xfrm>
          <a:custGeom>
            <a:avLst/>
            <a:gdLst/>
            <a:ahLst/>
            <a:cxnLst/>
            <a:rect l="l" t="t" r="r" b="b"/>
            <a:pathLst>
              <a:path w="5181600">
                <a:moveTo>
                  <a:pt x="0" y="0"/>
                </a:moveTo>
                <a:lnTo>
                  <a:pt x="5181600" y="0"/>
                </a:lnTo>
              </a:path>
            </a:pathLst>
          </a:custGeom>
          <a:ln w="9525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2128901" y="2443226"/>
            <a:ext cx="5181600" cy="0"/>
          </a:xfrm>
          <a:custGeom>
            <a:avLst/>
            <a:gdLst/>
            <a:ahLst/>
            <a:cxnLst/>
            <a:rect l="l" t="t" r="r" b="b"/>
            <a:pathLst>
              <a:path w="5181600">
                <a:moveTo>
                  <a:pt x="0" y="0"/>
                </a:moveTo>
                <a:lnTo>
                  <a:pt x="5181600" y="0"/>
                </a:lnTo>
              </a:path>
            </a:pathLst>
          </a:custGeom>
          <a:ln w="9525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2128901" y="1585975"/>
            <a:ext cx="5181600" cy="0"/>
          </a:xfrm>
          <a:custGeom>
            <a:avLst/>
            <a:gdLst/>
            <a:ahLst/>
            <a:cxnLst/>
            <a:rect l="l" t="t" r="r" b="b"/>
            <a:pathLst>
              <a:path w="5181600">
                <a:moveTo>
                  <a:pt x="0" y="0"/>
                </a:moveTo>
                <a:lnTo>
                  <a:pt x="5181600" y="0"/>
                </a:lnTo>
              </a:path>
            </a:pathLst>
          </a:custGeom>
          <a:ln w="9525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2128901" y="3871976"/>
            <a:ext cx="5181600" cy="0"/>
          </a:xfrm>
          <a:custGeom>
            <a:avLst/>
            <a:gdLst/>
            <a:ahLst/>
            <a:cxnLst/>
            <a:rect l="l" t="t" r="r" b="b"/>
            <a:pathLst>
              <a:path w="5181600">
                <a:moveTo>
                  <a:pt x="0" y="0"/>
                </a:moveTo>
                <a:lnTo>
                  <a:pt x="5181600" y="0"/>
                </a:lnTo>
              </a:path>
            </a:pathLst>
          </a:custGeom>
          <a:ln w="9525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10" name="object 10"/>
          <p:cNvGrpSpPr/>
          <p:nvPr/>
        </p:nvGrpSpPr>
        <p:grpSpPr>
          <a:xfrm>
            <a:off x="2128901" y="1724088"/>
            <a:ext cx="5181600" cy="495300"/>
            <a:chOff x="2128901" y="1724088"/>
            <a:chExt cx="5181600" cy="495300"/>
          </a:xfrm>
        </p:grpSpPr>
        <p:sp>
          <p:nvSpPr>
            <p:cNvPr id="11" name="object 11"/>
            <p:cNvSpPr/>
            <p:nvPr/>
          </p:nvSpPr>
          <p:spPr>
            <a:xfrm>
              <a:off x="2128901" y="1871726"/>
              <a:ext cx="5181600" cy="285750"/>
            </a:xfrm>
            <a:custGeom>
              <a:avLst/>
              <a:gdLst/>
              <a:ahLst/>
              <a:cxnLst/>
              <a:rect l="l" t="t" r="r" b="b"/>
              <a:pathLst>
                <a:path w="5181600" h="285750">
                  <a:moveTo>
                    <a:pt x="0" y="285750"/>
                  </a:moveTo>
                  <a:lnTo>
                    <a:pt x="5181600" y="285750"/>
                  </a:lnTo>
                </a:path>
                <a:path w="5181600" h="285750">
                  <a:moveTo>
                    <a:pt x="0" y="0"/>
                  </a:moveTo>
                  <a:lnTo>
                    <a:pt x="4262437" y="0"/>
                  </a:lnTo>
                </a:path>
                <a:path w="5181600" h="285750">
                  <a:moveTo>
                    <a:pt x="4548187" y="0"/>
                  </a:moveTo>
                  <a:lnTo>
                    <a:pt x="5181600" y="0"/>
                  </a:lnTo>
                </a:path>
              </a:pathLst>
            </a:custGeom>
            <a:ln w="9525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2262251" y="1738376"/>
              <a:ext cx="4914900" cy="466725"/>
            </a:xfrm>
            <a:custGeom>
              <a:avLst/>
              <a:gdLst/>
              <a:ahLst/>
              <a:cxnLst/>
              <a:rect l="l" t="t" r="r" b="b"/>
              <a:pathLst>
                <a:path w="4914900" h="466725">
                  <a:moveTo>
                    <a:pt x="0" y="295275"/>
                  </a:moveTo>
                  <a:lnTo>
                    <a:pt x="257175" y="266700"/>
                  </a:lnTo>
                  <a:lnTo>
                    <a:pt x="514350" y="190500"/>
                  </a:lnTo>
                </a:path>
                <a:path w="4914900" h="466725">
                  <a:moveTo>
                    <a:pt x="514350" y="190500"/>
                  </a:moveTo>
                  <a:lnTo>
                    <a:pt x="771525" y="276225"/>
                  </a:lnTo>
                </a:path>
                <a:path w="4914900" h="466725">
                  <a:moveTo>
                    <a:pt x="771525" y="276225"/>
                  </a:moveTo>
                  <a:lnTo>
                    <a:pt x="1028700" y="238125"/>
                  </a:lnTo>
                </a:path>
                <a:path w="4914900" h="466725">
                  <a:moveTo>
                    <a:pt x="1028700" y="238125"/>
                  </a:moveTo>
                  <a:lnTo>
                    <a:pt x="1295400" y="276225"/>
                  </a:lnTo>
                  <a:lnTo>
                    <a:pt x="1552575" y="466725"/>
                  </a:lnTo>
                </a:path>
                <a:path w="4914900" h="466725">
                  <a:moveTo>
                    <a:pt x="1552575" y="466725"/>
                  </a:moveTo>
                  <a:lnTo>
                    <a:pt x="1809750" y="419100"/>
                  </a:lnTo>
                  <a:lnTo>
                    <a:pt x="2066925" y="209550"/>
                  </a:lnTo>
                </a:path>
                <a:path w="4914900" h="466725">
                  <a:moveTo>
                    <a:pt x="2066925" y="209550"/>
                  </a:moveTo>
                  <a:lnTo>
                    <a:pt x="2324100" y="247650"/>
                  </a:lnTo>
                </a:path>
                <a:path w="4914900" h="466725">
                  <a:moveTo>
                    <a:pt x="2324100" y="247650"/>
                  </a:moveTo>
                  <a:lnTo>
                    <a:pt x="2590800" y="190500"/>
                  </a:lnTo>
                  <a:lnTo>
                    <a:pt x="2847975" y="95250"/>
                  </a:lnTo>
                </a:path>
                <a:path w="4914900" h="466725">
                  <a:moveTo>
                    <a:pt x="2847975" y="95250"/>
                  </a:moveTo>
                  <a:lnTo>
                    <a:pt x="3105150" y="161925"/>
                  </a:lnTo>
                  <a:lnTo>
                    <a:pt x="3362325" y="314325"/>
                  </a:lnTo>
                </a:path>
                <a:path w="4914900" h="466725">
                  <a:moveTo>
                    <a:pt x="3362325" y="314325"/>
                  </a:moveTo>
                  <a:lnTo>
                    <a:pt x="3619500" y="152400"/>
                  </a:lnTo>
                  <a:lnTo>
                    <a:pt x="3886200" y="0"/>
                  </a:lnTo>
                </a:path>
                <a:path w="4914900" h="466725">
                  <a:moveTo>
                    <a:pt x="3886200" y="0"/>
                  </a:moveTo>
                  <a:lnTo>
                    <a:pt x="4143375" y="133350"/>
                  </a:lnTo>
                </a:path>
                <a:path w="4914900" h="466725">
                  <a:moveTo>
                    <a:pt x="4143375" y="133350"/>
                  </a:moveTo>
                  <a:lnTo>
                    <a:pt x="4400550" y="104775"/>
                  </a:lnTo>
                </a:path>
                <a:path w="4914900" h="466725">
                  <a:moveTo>
                    <a:pt x="4400550" y="104775"/>
                  </a:moveTo>
                  <a:lnTo>
                    <a:pt x="4657725" y="247650"/>
                  </a:lnTo>
                </a:path>
                <a:path w="4914900" h="466725">
                  <a:moveTo>
                    <a:pt x="4657725" y="247650"/>
                  </a:moveTo>
                  <a:lnTo>
                    <a:pt x="4914900" y="152400"/>
                  </a:lnTo>
                </a:path>
              </a:pathLst>
            </a:custGeom>
            <a:ln w="28575">
              <a:solidFill>
                <a:srgbClr val="A3DFF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3" name="object 13"/>
          <p:cNvGrpSpPr/>
          <p:nvPr/>
        </p:nvGrpSpPr>
        <p:grpSpPr>
          <a:xfrm>
            <a:off x="2128901" y="3571938"/>
            <a:ext cx="5181600" cy="28575"/>
            <a:chOff x="2128901" y="3571938"/>
            <a:chExt cx="5181600" cy="28575"/>
          </a:xfrm>
        </p:grpSpPr>
        <p:sp>
          <p:nvSpPr>
            <p:cNvPr id="14" name="object 14"/>
            <p:cNvSpPr/>
            <p:nvPr/>
          </p:nvSpPr>
          <p:spPr>
            <a:xfrm>
              <a:off x="2128901" y="3586226"/>
              <a:ext cx="5181600" cy="0"/>
            </a:xfrm>
            <a:custGeom>
              <a:avLst/>
              <a:gdLst/>
              <a:ahLst/>
              <a:cxnLst/>
              <a:rect l="l" t="t" r="r" b="b"/>
              <a:pathLst>
                <a:path w="5181600">
                  <a:moveTo>
                    <a:pt x="0" y="0"/>
                  </a:moveTo>
                  <a:lnTo>
                    <a:pt x="5181600" y="0"/>
                  </a:lnTo>
                </a:path>
              </a:pathLst>
            </a:custGeom>
            <a:ln w="9525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2262251" y="3586226"/>
              <a:ext cx="4914900" cy="0"/>
            </a:xfrm>
            <a:custGeom>
              <a:avLst/>
              <a:gdLst/>
              <a:ahLst/>
              <a:cxnLst/>
              <a:rect l="l" t="t" r="r" b="b"/>
              <a:pathLst>
                <a:path w="4914900">
                  <a:moveTo>
                    <a:pt x="0" y="0"/>
                  </a:moveTo>
                  <a:lnTo>
                    <a:pt x="0" y="0"/>
                  </a:lnTo>
                  <a:lnTo>
                    <a:pt x="4657725" y="0"/>
                  </a:lnTo>
                  <a:lnTo>
                    <a:pt x="4914900" y="0"/>
                  </a:lnTo>
                </a:path>
              </a:pathLst>
            </a:custGeom>
            <a:ln w="28575">
              <a:solidFill>
                <a:srgbClr val="FFC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6" name="object 16"/>
          <p:cNvSpPr txBox="1"/>
          <p:nvPr/>
        </p:nvSpPr>
        <p:spPr>
          <a:xfrm>
            <a:off x="1765554" y="3787775"/>
            <a:ext cx="280035" cy="1631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-20" dirty="0">
                <a:solidFill>
                  <a:srgbClr val="FFFFFF"/>
                </a:solidFill>
                <a:latin typeface="Arial MT"/>
                <a:cs typeface="Arial MT"/>
              </a:rPr>
              <a:t>1000</a:t>
            </a:r>
            <a:endParaRPr sz="900">
              <a:latin typeface="Arial MT"/>
              <a:cs typeface="Arial MT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1765554" y="1785556"/>
            <a:ext cx="280035" cy="1879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-20" dirty="0">
                <a:solidFill>
                  <a:srgbClr val="FFFFFF"/>
                </a:solidFill>
                <a:latin typeface="Arial MT"/>
                <a:cs typeface="Arial MT"/>
              </a:rPr>
              <a:t>4500</a:t>
            </a:r>
            <a:endParaRPr sz="9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140"/>
              </a:spcBef>
            </a:pPr>
            <a:endParaRPr sz="9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</a:pPr>
            <a:r>
              <a:rPr sz="900" spc="-20" dirty="0">
                <a:solidFill>
                  <a:srgbClr val="FFFFFF"/>
                </a:solidFill>
                <a:latin typeface="Arial MT"/>
                <a:cs typeface="Arial MT"/>
              </a:rPr>
              <a:t>4000</a:t>
            </a:r>
            <a:endParaRPr sz="9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135"/>
              </a:spcBef>
            </a:pPr>
            <a:endParaRPr sz="9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</a:pPr>
            <a:r>
              <a:rPr sz="900" spc="-20" dirty="0">
                <a:solidFill>
                  <a:srgbClr val="FFFFFF"/>
                </a:solidFill>
                <a:latin typeface="Arial MT"/>
                <a:cs typeface="Arial MT"/>
              </a:rPr>
              <a:t>3500</a:t>
            </a:r>
            <a:endParaRPr sz="9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140"/>
              </a:spcBef>
            </a:pPr>
            <a:endParaRPr sz="9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</a:pPr>
            <a:r>
              <a:rPr sz="900" spc="-20" dirty="0">
                <a:solidFill>
                  <a:srgbClr val="FFFFFF"/>
                </a:solidFill>
                <a:latin typeface="Arial MT"/>
                <a:cs typeface="Arial MT"/>
              </a:rPr>
              <a:t>3000</a:t>
            </a:r>
            <a:endParaRPr sz="9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135"/>
              </a:spcBef>
            </a:pPr>
            <a:endParaRPr sz="9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</a:pPr>
            <a:r>
              <a:rPr sz="900" spc="-20" dirty="0">
                <a:solidFill>
                  <a:srgbClr val="FFFFFF"/>
                </a:solidFill>
                <a:latin typeface="Arial MT"/>
                <a:cs typeface="Arial MT"/>
              </a:rPr>
              <a:t>2500</a:t>
            </a:r>
            <a:endParaRPr sz="9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135"/>
              </a:spcBef>
            </a:pPr>
            <a:endParaRPr sz="9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</a:pPr>
            <a:r>
              <a:rPr sz="900" spc="-20" dirty="0">
                <a:solidFill>
                  <a:srgbClr val="FFFFFF"/>
                </a:solidFill>
                <a:latin typeface="Arial MT"/>
                <a:cs typeface="Arial MT"/>
              </a:rPr>
              <a:t>2000</a:t>
            </a:r>
            <a:endParaRPr sz="9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140"/>
              </a:spcBef>
            </a:pPr>
            <a:endParaRPr sz="9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</a:pPr>
            <a:r>
              <a:rPr sz="900" spc="-20" dirty="0">
                <a:solidFill>
                  <a:srgbClr val="FFFFFF"/>
                </a:solidFill>
                <a:latin typeface="Arial MT"/>
                <a:cs typeface="Arial MT"/>
              </a:rPr>
              <a:t>1500</a:t>
            </a:r>
            <a:endParaRPr sz="900">
              <a:latin typeface="Arial MT"/>
              <a:cs typeface="Arial MT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2216404" y="3923982"/>
            <a:ext cx="5054600" cy="1631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271780" algn="l"/>
                <a:tab pos="531495" algn="l"/>
                <a:tab pos="789940" algn="l"/>
                <a:tab pos="1049655" algn="l"/>
                <a:tab pos="1309370" algn="l"/>
                <a:tab pos="1568450" algn="l"/>
                <a:tab pos="1827530" algn="l"/>
                <a:tab pos="2087245" algn="l"/>
                <a:tab pos="2314575" algn="l"/>
                <a:tab pos="2573655" algn="l"/>
                <a:tab pos="2833370" algn="l"/>
                <a:tab pos="3092450" algn="l"/>
                <a:tab pos="3352165" algn="l"/>
                <a:tab pos="3611245" algn="l"/>
                <a:tab pos="3870960" algn="l"/>
                <a:tab pos="4130040" algn="l"/>
                <a:tab pos="4389120" algn="l"/>
                <a:tab pos="4648835" algn="l"/>
                <a:tab pos="4907915" algn="l"/>
              </a:tabLst>
            </a:pPr>
            <a:r>
              <a:rPr sz="900" spc="-50" dirty="0">
                <a:solidFill>
                  <a:srgbClr val="FFFFFF"/>
                </a:solidFill>
                <a:latin typeface="Arial MT"/>
                <a:cs typeface="Arial MT"/>
              </a:rPr>
              <a:t>1</a:t>
            </a:r>
            <a:r>
              <a:rPr sz="900" dirty="0">
                <a:solidFill>
                  <a:srgbClr val="FFFFFF"/>
                </a:solidFill>
                <a:latin typeface="Arial MT"/>
                <a:cs typeface="Arial MT"/>
              </a:rPr>
              <a:t>	</a:t>
            </a:r>
            <a:r>
              <a:rPr sz="900" spc="-50" dirty="0">
                <a:solidFill>
                  <a:srgbClr val="FFFFFF"/>
                </a:solidFill>
                <a:latin typeface="Arial MT"/>
                <a:cs typeface="Arial MT"/>
              </a:rPr>
              <a:t>2</a:t>
            </a:r>
            <a:r>
              <a:rPr sz="900" dirty="0">
                <a:solidFill>
                  <a:srgbClr val="FFFFFF"/>
                </a:solidFill>
                <a:latin typeface="Arial MT"/>
                <a:cs typeface="Arial MT"/>
              </a:rPr>
              <a:t>	</a:t>
            </a:r>
            <a:r>
              <a:rPr sz="900" spc="-50" dirty="0">
                <a:solidFill>
                  <a:srgbClr val="FFFFFF"/>
                </a:solidFill>
                <a:latin typeface="Arial MT"/>
                <a:cs typeface="Arial MT"/>
              </a:rPr>
              <a:t>3</a:t>
            </a:r>
            <a:r>
              <a:rPr sz="900" dirty="0">
                <a:solidFill>
                  <a:srgbClr val="FFFFFF"/>
                </a:solidFill>
                <a:latin typeface="Arial MT"/>
                <a:cs typeface="Arial MT"/>
              </a:rPr>
              <a:t>	</a:t>
            </a:r>
            <a:r>
              <a:rPr sz="900" spc="-50" dirty="0">
                <a:solidFill>
                  <a:srgbClr val="FFFFFF"/>
                </a:solidFill>
                <a:latin typeface="Arial MT"/>
                <a:cs typeface="Arial MT"/>
              </a:rPr>
              <a:t>4</a:t>
            </a:r>
            <a:r>
              <a:rPr sz="900" dirty="0">
                <a:solidFill>
                  <a:srgbClr val="FFFFFF"/>
                </a:solidFill>
                <a:latin typeface="Arial MT"/>
                <a:cs typeface="Arial MT"/>
              </a:rPr>
              <a:t>	</a:t>
            </a:r>
            <a:r>
              <a:rPr sz="900" spc="-50" dirty="0">
                <a:solidFill>
                  <a:srgbClr val="FFFFFF"/>
                </a:solidFill>
                <a:latin typeface="Arial MT"/>
                <a:cs typeface="Arial MT"/>
              </a:rPr>
              <a:t>5</a:t>
            </a:r>
            <a:r>
              <a:rPr sz="900" dirty="0">
                <a:solidFill>
                  <a:srgbClr val="FFFFFF"/>
                </a:solidFill>
                <a:latin typeface="Arial MT"/>
                <a:cs typeface="Arial MT"/>
              </a:rPr>
              <a:t>	</a:t>
            </a:r>
            <a:r>
              <a:rPr sz="900" spc="-50" dirty="0">
                <a:solidFill>
                  <a:srgbClr val="FFFFFF"/>
                </a:solidFill>
                <a:latin typeface="Arial MT"/>
                <a:cs typeface="Arial MT"/>
              </a:rPr>
              <a:t>6</a:t>
            </a:r>
            <a:r>
              <a:rPr sz="900" dirty="0">
                <a:solidFill>
                  <a:srgbClr val="FFFFFF"/>
                </a:solidFill>
                <a:latin typeface="Arial MT"/>
                <a:cs typeface="Arial MT"/>
              </a:rPr>
              <a:t>	</a:t>
            </a:r>
            <a:r>
              <a:rPr sz="900" spc="-50" dirty="0">
                <a:solidFill>
                  <a:srgbClr val="FFFFFF"/>
                </a:solidFill>
                <a:latin typeface="Arial MT"/>
                <a:cs typeface="Arial MT"/>
              </a:rPr>
              <a:t>7</a:t>
            </a:r>
            <a:r>
              <a:rPr sz="900" dirty="0">
                <a:solidFill>
                  <a:srgbClr val="FFFFFF"/>
                </a:solidFill>
                <a:latin typeface="Arial MT"/>
                <a:cs typeface="Arial MT"/>
              </a:rPr>
              <a:t>	</a:t>
            </a:r>
            <a:r>
              <a:rPr sz="900" spc="-50" dirty="0">
                <a:solidFill>
                  <a:srgbClr val="FFFFFF"/>
                </a:solidFill>
                <a:latin typeface="Arial MT"/>
                <a:cs typeface="Arial MT"/>
              </a:rPr>
              <a:t>8</a:t>
            </a:r>
            <a:r>
              <a:rPr sz="900" dirty="0">
                <a:solidFill>
                  <a:srgbClr val="FFFFFF"/>
                </a:solidFill>
                <a:latin typeface="Arial MT"/>
                <a:cs typeface="Arial MT"/>
              </a:rPr>
              <a:t>	</a:t>
            </a:r>
            <a:r>
              <a:rPr sz="900" spc="-50" dirty="0">
                <a:solidFill>
                  <a:srgbClr val="FFFFFF"/>
                </a:solidFill>
                <a:latin typeface="Arial MT"/>
                <a:cs typeface="Arial MT"/>
              </a:rPr>
              <a:t>9</a:t>
            </a:r>
            <a:r>
              <a:rPr sz="900" dirty="0">
                <a:solidFill>
                  <a:srgbClr val="FFFFFF"/>
                </a:solidFill>
                <a:latin typeface="Arial MT"/>
                <a:cs typeface="Arial MT"/>
              </a:rPr>
              <a:t>	</a:t>
            </a:r>
            <a:r>
              <a:rPr sz="900" spc="-25" dirty="0">
                <a:solidFill>
                  <a:srgbClr val="FFFFFF"/>
                </a:solidFill>
                <a:latin typeface="Arial MT"/>
                <a:cs typeface="Arial MT"/>
              </a:rPr>
              <a:t>10</a:t>
            </a:r>
            <a:r>
              <a:rPr sz="900" dirty="0">
                <a:solidFill>
                  <a:srgbClr val="FFFFFF"/>
                </a:solidFill>
                <a:latin typeface="Arial MT"/>
                <a:cs typeface="Arial MT"/>
              </a:rPr>
              <a:t>	</a:t>
            </a:r>
            <a:r>
              <a:rPr sz="900" spc="-25" dirty="0">
                <a:solidFill>
                  <a:srgbClr val="FFFFFF"/>
                </a:solidFill>
                <a:latin typeface="Arial MT"/>
                <a:cs typeface="Arial MT"/>
              </a:rPr>
              <a:t>11</a:t>
            </a:r>
            <a:r>
              <a:rPr sz="900" dirty="0">
                <a:solidFill>
                  <a:srgbClr val="FFFFFF"/>
                </a:solidFill>
                <a:latin typeface="Arial MT"/>
                <a:cs typeface="Arial MT"/>
              </a:rPr>
              <a:t>	</a:t>
            </a:r>
            <a:r>
              <a:rPr sz="900" spc="-25" dirty="0">
                <a:solidFill>
                  <a:srgbClr val="FFFFFF"/>
                </a:solidFill>
                <a:latin typeface="Arial MT"/>
                <a:cs typeface="Arial MT"/>
              </a:rPr>
              <a:t>12</a:t>
            </a:r>
            <a:r>
              <a:rPr sz="900" dirty="0">
                <a:solidFill>
                  <a:srgbClr val="FFFFFF"/>
                </a:solidFill>
                <a:latin typeface="Arial MT"/>
                <a:cs typeface="Arial MT"/>
              </a:rPr>
              <a:t>	</a:t>
            </a:r>
            <a:r>
              <a:rPr sz="900" spc="-25" dirty="0">
                <a:solidFill>
                  <a:srgbClr val="FFFFFF"/>
                </a:solidFill>
                <a:latin typeface="Arial MT"/>
                <a:cs typeface="Arial MT"/>
              </a:rPr>
              <a:t>13</a:t>
            </a:r>
            <a:r>
              <a:rPr sz="900" dirty="0">
                <a:solidFill>
                  <a:srgbClr val="FFFFFF"/>
                </a:solidFill>
                <a:latin typeface="Arial MT"/>
                <a:cs typeface="Arial MT"/>
              </a:rPr>
              <a:t>	</a:t>
            </a:r>
            <a:r>
              <a:rPr sz="900" spc="-25" dirty="0">
                <a:solidFill>
                  <a:srgbClr val="FFFFFF"/>
                </a:solidFill>
                <a:latin typeface="Arial MT"/>
                <a:cs typeface="Arial MT"/>
              </a:rPr>
              <a:t>14</a:t>
            </a:r>
            <a:r>
              <a:rPr sz="900" dirty="0">
                <a:solidFill>
                  <a:srgbClr val="FFFFFF"/>
                </a:solidFill>
                <a:latin typeface="Arial MT"/>
                <a:cs typeface="Arial MT"/>
              </a:rPr>
              <a:t>	</a:t>
            </a:r>
            <a:r>
              <a:rPr sz="900" spc="-25" dirty="0">
                <a:solidFill>
                  <a:srgbClr val="FFFFFF"/>
                </a:solidFill>
                <a:latin typeface="Arial MT"/>
                <a:cs typeface="Arial MT"/>
              </a:rPr>
              <a:t>15</a:t>
            </a:r>
            <a:r>
              <a:rPr sz="900" dirty="0">
                <a:solidFill>
                  <a:srgbClr val="FFFFFF"/>
                </a:solidFill>
                <a:latin typeface="Arial MT"/>
                <a:cs typeface="Arial MT"/>
              </a:rPr>
              <a:t>	</a:t>
            </a:r>
            <a:r>
              <a:rPr sz="900" spc="-25" dirty="0">
                <a:solidFill>
                  <a:srgbClr val="FFFFFF"/>
                </a:solidFill>
                <a:latin typeface="Arial MT"/>
                <a:cs typeface="Arial MT"/>
              </a:rPr>
              <a:t>16</a:t>
            </a:r>
            <a:r>
              <a:rPr sz="900" dirty="0">
                <a:solidFill>
                  <a:srgbClr val="FFFFFF"/>
                </a:solidFill>
                <a:latin typeface="Arial MT"/>
                <a:cs typeface="Arial MT"/>
              </a:rPr>
              <a:t>	</a:t>
            </a:r>
            <a:r>
              <a:rPr sz="900" spc="-25" dirty="0">
                <a:solidFill>
                  <a:srgbClr val="FFFFFF"/>
                </a:solidFill>
                <a:latin typeface="Arial MT"/>
                <a:cs typeface="Arial MT"/>
              </a:rPr>
              <a:t>17</a:t>
            </a:r>
            <a:r>
              <a:rPr sz="900" dirty="0">
                <a:solidFill>
                  <a:srgbClr val="FFFFFF"/>
                </a:solidFill>
                <a:latin typeface="Arial MT"/>
                <a:cs typeface="Arial MT"/>
              </a:rPr>
              <a:t>	</a:t>
            </a:r>
            <a:r>
              <a:rPr sz="900" spc="-25" dirty="0">
                <a:solidFill>
                  <a:srgbClr val="FFFFFF"/>
                </a:solidFill>
                <a:latin typeface="Arial MT"/>
                <a:cs typeface="Arial MT"/>
              </a:rPr>
              <a:t>18</a:t>
            </a:r>
            <a:r>
              <a:rPr sz="900" dirty="0">
                <a:solidFill>
                  <a:srgbClr val="FFFFFF"/>
                </a:solidFill>
                <a:latin typeface="Arial MT"/>
                <a:cs typeface="Arial MT"/>
              </a:rPr>
              <a:t>	</a:t>
            </a:r>
            <a:r>
              <a:rPr sz="900" spc="-25" dirty="0">
                <a:solidFill>
                  <a:srgbClr val="FFFFFF"/>
                </a:solidFill>
                <a:latin typeface="Arial MT"/>
                <a:cs typeface="Arial MT"/>
              </a:rPr>
              <a:t>19</a:t>
            </a:r>
            <a:r>
              <a:rPr sz="900" dirty="0">
                <a:solidFill>
                  <a:srgbClr val="FFFFFF"/>
                </a:solidFill>
                <a:latin typeface="Arial MT"/>
                <a:cs typeface="Arial MT"/>
              </a:rPr>
              <a:t>	</a:t>
            </a:r>
            <a:r>
              <a:rPr sz="900" spc="-25" dirty="0">
                <a:solidFill>
                  <a:srgbClr val="FFFFFF"/>
                </a:solidFill>
                <a:latin typeface="Arial MT"/>
                <a:cs typeface="Arial MT"/>
              </a:rPr>
              <a:t>20</a:t>
            </a:r>
            <a:endParaRPr sz="900">
              <a:latin typeface="Arial MT"/>
              <a:cs typeface="Arial MT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4005326" y="1157287"/>
            <a:ext cx="1149350" cy="243204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400" spc="-10" dirty="0">
                <a:solidFill>
                  <a:srgbClr val="FFFFFF"/>
                </a:solidFill>
                <a:latin typeface="Malgun Gothic"/>
                <a:cs typeface="Malgun Gothic"/>
              </a:rPr>
              <a:t>파인튜닝</a:t>
            </a:r>
            <a:r>
              <a:rPr sz="1400" spc="-120" dirty="0">
                <a:solidFill>
                  <a:srgbClr val="FFFFFF"/>
                </a:solidFill>
                <a:latin typeface="Malgun Gothic"/>
                <a:cs typeface="Malgun Gothic"/>
              </a:rPr>
              <a:t> </a:t>
            </a:r>
            <a:r>
              <a:rPr sz="1400" spc="-25" dirty="0">
                <a:solidFill>
                  <a:srgbClr val="FFFFFF"/>
                </a:solidFill>
                <a:latin typeface="Malgun Gothic"/>
                <a:cs typeface="Malgun Gothic"/>
              </a:rPr>
              <a:t>결과</a:t>
            </a:r>
            <a:endParaRPr sz="1400">
              <a:latin typeface="Malgun Gothic"/>
              <a:cs typeface="Malgun Gothic"/>
            </a:endParaRPr>
          </a:p>
        </p:txBody>
      </p:sp>
      <p:sp>
        <p:nvSpPr>
          <p:cNvPr id="20" name="object 20"/>
          <p:cNvSpPr/>
          <p:nvPr/>
        </p:nvSpPr>
        <p:spPr>
          <a:xfrm>
            <a:off x="3662426" y="4252912"/>
            <a:ext cx="238125" cy="0"/>
          </a:xfrm>
          <a:custGeom>
            <a:avLst/>
            <a:gdLst/>
            <a:ahLst/>
            <a:cxnLst/>
            <a:rect l="l" t="t" r="r" b="b"/>
            <a:pathLst>
              <a:path w="238125">
                <a:moveTo>
                  <a:pt x="0" y="0"/>
                </a:moveTo>
                <a:lnTo>
                  <a:pt x="238125" y="0"/>
                </a:lnTo>
              </a:path>
            </a:pathLst>
          </a:custGeom>
          <a:ln w="28575">
            <a:solidFill>
              <a:srgbClr val="A3DFFC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/>
          <p:nvPr/>
        </p:nvSpPr>
        <p:spPr>
          <a:xfrm>
            <a:off x="4805426" y="4252912"/>
            <a:ext cx="238125" cy="0"/>
          </a:xfrm>
          <a:custGeom>
            <a:avLst/>
            <a:gdLst/>
            <a:ahLst/>
            <a:cxnLst/>
            <a:rect l="l" t="t" r="r" b="b"/>
            <a:pathLst>
              <a:path w="238125">
                <a:moveTo>
                  <a:pt x="0" y="0"/>
                </a:moveTo>
                <a:lnTo>
                  <a:pt x="238125" y="0"/>
                </a:lnTo>
              </a:path>
            </a:pathLst>
          </a:custGeom>
          <a:ln w="28575">
            <a:solidFill>
              <a:srgbClr val="FFC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 txBox="1"/>
          <p:nvPr/>
        </p:nvSpPr>
        <p:spPr>
          <a:xfrm>
            <a:off x="3921125" y="4171950"/>
            <a:ext cx="1625600" cy="1631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155065" algn="l"/>
              </a:tabLst>
            </a:pPr>
            <a:r>
              <a:rPr sz="900" dirty="0">
                <a:solidFill>
                  <a:srgbClr val="FFFFFF"/>
                </a:solidFill>
                <a:latin typeface="Malgun Gothic"/>
                <a:cs typeface="Malgun Gothic"/>
              </a:rPr>
              <a:t>파인튜닝</a:t>
            </a:r>
            <a:r>
              <a:rPr sz="900" spc="-75" dirty="0">
                <a:solidFill>
                  <a:srgbClr val="FFFFFF"/>
                </a:solidFill>
                <a:latin typeface="Malgun Gothic"/>
                <a:cs typeface="Malgun Gothic"/>
              </a:rPr>
              <a:t> </a:t>
            </a:r>
            <a:r>
              <a:rPr sz="900" spc="-25" dirty="0">
                <a:solidFill>
                  <a:srgbClr val="FFFFFF"/>
                </a:solidFill>
                <a:latin typeface="Malgun Gothic"/>
                <a:cs typeface="Malgun Gothic"/>
              </a:rPr>
              <a:t>결과</a:t>
            </a:r>
            <a:r>
              <a:rPr sz="900" dirty="0">
                <a:solidFill>
                  <a:srgbClr val="FFFFFF"/>
                </a:solidFill>
                <a:latin typeface="Malgun Gothic"/>
                <a:cs typeface="Malgun Gothic"/>
              </a:rPr>
              <a:t>	</a:t>
            </a:r>
            <a:r>
              <a:rPr sz="900" spc="-20" dirty="0">
                <a:solidFill>
                  <a:srgbClr val="FFFFFF"/>
                </a:solidFill>
                <a:latin typeface="Malgun Gothic"/>
                <a:cs typeface="Malgun Gothic"/>
              </a:rPr>
              <a:t>기준점수</a:t>
            </a:r>
            <a:endParaRPr sz="900">
              <a:latin typeface="Malgun Gothic"/>
              <a:cs typeface="Malgun Gothic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7445756" y="3881120"/>
            <a:ext cx="207010" cy="243204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400" spc="-50" dirty="0">
                <a:solidFill>
                  <a:srgbClr val="FFFFFF"/>
                </a:solidFill>
                <a:latin typeface="Malgun Gothic"/>
                <a:cs typeface="Malgun Gothic"/>
              </a:rPr>
              <a:t>조</a:t>
            </a:r>
            <a:endParaRPr sz="1400">
              <a:latin typeface="Malgun Gothic"/>
              <a:cs typeface="Malgun Gothic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1715135" y="1141666"/>
            <a:ext cx="387350" cy="521334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400" spc="-25" dirty="0">
                <a:solidFill>
                  <a:srgbClr val="FFFFFF"/>
                </a:solidFill>
                <a:latin typeface="Malgun Gothic"/>
                <a:cs typeface="Malgun Gothic"/>
              </a:rPr>
              <a:t>점수</a:t>
            </a:r>
            <a:endParaRPr sz="1400">
              <a:latin typeface="Malgun Gothic"/>
              <a:cs typeface="Malgun Gothic"/>
            </a:endParaRPr>
          </a:p>
          <a:p>
            <a:pPr marL="62865">
              <a:lnSpc>
                <a:spcPct val="100000"/>
              </a:lnSpc>
              <a:spcBef>
                <a:spcPts val="1115"/>
              </a:spcBef>
            </a:pPr>
            <a:r>
              <a:rPr sz="900" spc="-20" dirty="0">
                <a:solidFill>
                  <a:srgbClr val="FFFFFF"/>
                </a:solidFill>
                <a:latin typeface="Arial MT"/>
                <a:cs typeface="Arial MT"/>
              </a:rPr>
              <a:t>5000</a:t>
            </a:r>
            <a:endParaRPr sz="9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05092" y="94868"/>
            <a:ext cx="5490845" cy="324448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5875">
              <a:lnSpc>
                <a:spcPct val="100000"/>
              </a:lnSpc>
              <a:spcBef>
                <a:spcPts val="130"/>
              </a:spcBef>
            </a:pPr>
            <a:r>
              <a:rPr dirty="0"/>
              <a:t>메타인지</a:t>
            </a:r>
            <a:r>
              <a:rPr spc="-50" dirty="0"/>
              <a:t> </a:t>
            </a:r>
            <a:r>
              <a:rPr dirty="0"/>
              <a:t>AI</a:t>
            </a:r>
            <a:r>
              <a:rPr spc="-35" dirty="0"/>
              <a:t> </a:t>
            </a:r>
            <a:r>
              <a:rPr lang="ko-KR" altLang="en-US" spc="-35" dirty="0" err="1"/>
              <a:t>해커톤</a:t>
            </a:r>
            <a:r>
              <a:rPr dirty="0"/>
              <a:t>의</a:t>
            </a:r>
            <a:r>
              <a:rPr spc="-25" dirty="0"/>
              <a:t> </a:t>
            </a:r>
            <a:r>
              <a:rPr spc="-35" dirty="0"/>
              <a:t>의의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854075" y="804481"/>
            <a:ext cx="6139180" cy="323742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298450" indent="-285750">
              <a:lnSpc>
                <a:spcPct val="100000"/>
              </a:lnSpc>
              <a:spcBef>
                <a:spcPts val="125"/>
              </a:spcBef>
              <a:buClr>
                <a:srgbClr val="C00000"/>
              </a:buClr>
              <a:buFont typeface="Wingdings"/>
              <a:buChar char=""/>
              <a:tabLst>
                <a:tab pos="298450" algn="l"/>
              </a:tabLst>
            </a:pPr>
            <a:r>
              <a:rPr lang="ko-KR" altLang="en-US" sz="1550" b="1" u="sng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Malgun Gothic"/>
                <a:cs typeface="Malgun Gothic"/>
              </a:rPr>
              <a:t>실무 중심 </a:t>
            </a:r>
            <a:r>
              <a:rPr lang="ko-KR" altLang="en-US" sz="1550" b="1" u="sng" dirty="0" err="1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Malgun Gothic"/>
                <a:cs typeface="Malgun Gothic"/>
              </a:rPr>
              <a:t>해커톤</a:t>
            </a:r>
            <a:endParaRPr sz="1550" dirty="0">
              <a:latin typeface="Malgun Gothic"/>
              <a:cs typeface="Malgun Gothic"/>
            </a:endParaRPr>
          </a:p>
          <a:p>
            <a:pPr marL="298450" indent="-285750">
              <a:lnSpc>
                <a:spcPct val="100000"/>
              </a:lnSpc>
              <a:spcBef>
                <a:spcPts val="1970"/>
              </a:spcBef>
              <a:buClr>
                <a:srgbClr val="C00000"/>
              </a:buClr>
              <a:buFont typeface="Wingdings"/>
              <a:buChar char=""/>
              <a:tabLst>
                <a:tab pos="298450" algn="l"/>
              </a:tabLst>
            </a:pPr>
            <a:r>
              <a:rPr lang="ko-KR" altLang="en-US" sz="1550" b="1" u="sng" dirty="0" err="1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Malgun Gothic"/>
                <a:cs typeface="Malgun Gothic"/>
              </a:rPr>
              <a:t>비개발</a:t>
            </a:r>
            <a:r>
              <a:rPr lang="en-US" altLang="ko-KR" sz="1550" b="1" u="sng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Malgun Gothic"/>
                <a:cs typeface="Malgun Gothic"/>
              </a:rPr>
              <a:t>·</a:t>
            </a:r>
            <a:r>
              <a:rPr lang="ko-KR" altLang="en-US" sz="1550" b="1" u="sng" dirty="0" err="1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Malgun Gothic"/>
                <a:cs typeface="Malgun Gothic"/>
              </a:rPr>
              <a:t>비전공</a:t>
            </a:r>
            <a:r>
              <a:rPr lang="ko-KR" altLang="en-US" sz="1550" b="1" u="sng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Malgun Gothic"/>
                <a:cs typeface="Malgun Gothic"/>
              </a:rPr>
              <a:t> </a:t>
            </a:r>
            <a:r>
              <a:rPr lang="ko-KR" altLang="en-US" sz="1550" b="1" u="sng" dirty="0" err="1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Malgun Gothic"/>
                <a:cs typeface="Malgun Gothic"/>
              </a:rPr>
              <a:t>직군도</a:t>
            </a:r>
            <a:r>
              <a:rPr lang="ko-KR" altLang="en-US" sz="1550" spc="140" dirty="0">
                <a:solidFill>
                  <a:srgbClr val="FFFFFF"/>
                </a:solidFill>
                <a:latin typeface="Malgun Gothic"/>
                <a:cs typeface="Malgun Gothic"/>
              </a:rPr>
              <a:t> </a:t>
            </a:r>
            <a:r>
              <a:rPr sz="1550" dirty="0" err="1">
                <a:solidFill>
                  <a:srgbClr val="FFFFFF"/>
                </a:solidFill>
                <a:latin typeface="Malgun Gothic"/>
                <a:cs typeface="Malgun Gothic"/>
              </a:rPr>
              <a:t>AI를</a:t>
            </a:r>
            <a:r>
              <a:rPr sz="1550" spc="114" dirty="0">
                <a:solidFill>
                  <a:srgbClr val="FFFFFF"/>
                </a:solidFill>
                <a:latin typeface="Malgun Gothic"/>
                <a:cs typeface="Malgun Gothic"/>
              </a:rPr>
              <a:t> </a:t>
            </a:r>
            <a:r>
              <a:rPr sz="1550" dirty="0">
                <a:solidFill>
                  <a:srgbClr val="FFFFFF"/>
                </a:solidFill>
                <a:latin typeface="Malgun Gothic"/>
                <a:cs typeface="Malgun Gothic"/>
              </a:rPr>
              <a:t>활용</a:t>
            </a:r>
            <a:r>
              <a:rPr sz="1550" spc="145" dirty="0">
                <a:solidFill>
                  <a:srgbClr val="FFFFFF"/>
                </a:solidFill>
                <a:latin typeface="Malgun Gothic"/>
                <a:cs typeface="Malgun Gothic"/>
              </a:rPr>
              <a:t> </a:t>
            </a:r>
            <a:r>
              <a:rPr sz="1550" dirty="0">
                <a:solidFill>
                  <a:srgbClr val="FFFFFF"/>
                </a:solidFill>
                <a:latin typeface="Malgun Gothic"/>
                <a:cs typeface="Malgun Gothic"/>
              </a:rPr>
              <a:t>프로젝트</a:t>
            </a:r>
            <a:r>
              <a:rPr sz="1550" spc="120" dirty="0">
                <a:solidFill>
                  <a:srgbClr val="FFFFFF"/>
                </a:solidFill>
                <a:latin typeface="Malgun Gothic"/>
                <a:cs typeface="Malgun Gothic"/>
              </a:rPr>
              <a:t> </a:t>
            </a:r>
            <a:r>
              <a:rPr sz="1550" dirty="0">
                <a:solidFill>
                  <a:srgbClr val="FFFFFF"/>
                </a:solidFill>
                <a:latin typeface="Malgun Gothic"/>
                <a:cs typeface="Malgun Gothic"/>
              </a:rPr>
              <a:t>진행</a:t>
            </a:r>
            <a:r>
              <a:rPr sz="1550" spc="140" dirty="0">
                <a:solidFill>
                  <a:srgbClr val="FFFFFF"/>
                </a:solidFill>
                <a:latin typeface="Malgun Gothic"/>
                <a:cs typeface="Malgun Gothic"/>
              </a:rPr>
              <a:t> </a:t>
            </a:r>
            <a:r>
              <a:rPr sz="1550" spc="-25" dirty="0">
                <a:solidFill>
                  <a:srgbClr val="FFFFFF"/>
                </a:solidFill>
                <a:latin typeface="Malgun Gothic"/>
                <a:cs typeface="Malgun Gothic"/>
              </a:rPr>
              <a:t>가능</a:t>
            </a:r>
            <a:endParaRPr sz="1550" dirty="0">
              <a:latin typeface="Malgun Gothic"/>
              <a:cs typeface="Malgun Gothic"/>
            </a:endParaRPr>
          </a:p>
          <a:p>
            <a:pPr marL="298450" indent="-285750">
              <a:lnSpc>
                <a:spcPct val="100000"/>
              </a:lnSpc>
              <a:spcBef>
                <a:spcPts val="1970"/>
              </a:spcBef>
              <a:buClr>
                <a:srgbClr val="C00000"/>
              </a:buClr>
              <a:buFont typeface="Wingdings"/>
              <a:buChar char=""/>
              <a:tabLst>
                <a:tab pos="298450" algn="l"/>
              </a:tabLst>
            </a:pPr>
            <a:r>
              <a:rPr sz="1550" dirty="0">
                <a:solidFill>
                  <a:srgbClr val="FFFFFF"/>
                </a:solidFill>
                <a:latin typeface="Malgun Gothic"/>
                <a:cs typeface="Malgun Gothic"/>
              </a:rPr>
              <a:t>LLM의</a:t>
            </a:r>
            <a:r>
              <a:rPr sz="1550" spc="125" dirty="0">
                <a:solidFill>
                  <a:srgbClr val="FFFFFF"/>
                </a:solidFill>
                <a:latin typeface="Malgun Gothic"/>
                <a:cs typeface="Malgun Gothic"/>
              </a:rPr>
              <a:t> </a:t>
            </a:r>
            <a:r>
              <a:rPr sz="1550" dirty="0">
                <a:solidFill>
                  <a:srgbClr val="FFFFFF"/>
                </a:solidFill>
                <a:latin typeface="Malgun Gothic"/>
                <a:cs typeface="Malgun Gothic"/>
              </a:rPr>
              <a:t>한계를</a:t>
            </a:r>
            <a:r>
              <a:rPr sz="1550" spc="100" dirty="0">
                <a:solidFill>
                  <a:srgbClr val="FFFFFF"/>
                </a:solidFill>
                <a:latin typeface="Malgun Gothic"/>
                <a:cs typeface="Malgun Gothic"/>
              </a:rPr>
              <a:t> </a:t>
            </a:r>
            <a:r>
              <a:rPr sz="1550" dirty="0">
                <a:solidFill>
                  <a:srgbClr val="FFFFFF"/>
                </a:solidFill>
                <a:latin typeface="Malgun Gothic"/>
                <a:cs typeface="Malgun Gothic"/>
              </a:rPr>
              <a:t>파악하고</a:t>
            </a:r>
            <a:r>
              <a:rPr sz="1550" spc="125" dirty="0">
                <a:solidFill>
                  <a:srgbClr val="FFFFFF"/>
                </a:solidFill>
                <a:latin typeface="Malgun Gothic"/>
                <a:cs typeface="Malgun Gothic"/>
              </a:rPr>
              <a:t> </a:t>
            </a:r>
            <a:r>
              <a:rPr sz="1550" dirty="0">
                <a:solidFill>
                  <a:srgbClr val="FFFFFF"/>
                </a:solidFill>
                <a:latin typeface="Malgun Gothic"/>
                <a:cs typeface="Malgun Gothic"/>
              </a:rPr>
              <a:t>이를</a:t>
            </a:r>
            <a:r>
              <a:rPr sz="1550" spc="155" dirty="0">
                <a:solidFill>
                  <a:srgbClr val="FFFFFF"/>
                </a:solidFill>
                <a:latin typeface="Malgun Gothic"/>
                <a:cs typeface="Malgun Gothic"/>
              </a:rPr>
              <a:t> </a:t>
            </a:r>
            <a:r>
              <a:rPr sz="1550" dirty="0">
                <a:solidFill>
                  <a:srgbClr val="FFFFFF"/>
                </a:solidFill>
                <a:latin typeface="Malgun Gothic"/>
                <a:cs typeface="Malgun Gothic"/>
              </a:rPr>
              <a:t>극복하기</a:t>
            </a:r>
            <a:r>
              <a:rPr sz="1550" spc="120" dirty="0">
                <a:solidFill>
                  <a:srgbClr val="FFFFFF"/>
                </a:solidFill>
                <a:latin typeface="Malgun Gothic"/>
                <a:cs typeface="Malgun Gothic"/>
              </a:rPr>
              <a:t> </a:t>
            </a:r>
            <a:r>
              <a:rPr sz="1550" dirty="0">
                <a:solidFill>
                  <a:srgbClr val="FFFFFF"/>
                </a:solidFill>
                <a:latin typeface="Malgun Gothic"/>
                <a:cs typeface="Malgun Gothic"/>
              </a:rPr>
              <a:t>위한</a:t>
            </a:r>
            <a:r>
              <a:rPr sz="1550" spc="155" dirty="0">
                <a:solidFill>
                  <a:srgbClr val="FFFFFF"/>
                </a:solidFill>
                <a:latin typeface="Malgun Gothic"/>
                <a:cs typeface="Malgun Gothic"/>
              </a:rPr>
              <a:t> </a:t>
            </a:r>
            <a:r>
              <a:rPr sz="1550" dirty="0">
                <a:solidFill>
                  <a:srgbClr val="FFFFFF"/>
                </a:solidFill>
                <a:latin typeface="Malgun Gothic"/>
                <a:cs typeface="Malgun Gothic"/>
              </a:rPr>
              <a:t>다양한</a:t>
            </a:r>
            <a:r>
              <a:rPr sz="1550" spc="100" dirty="0">
                <a:solidFill>
                  <a:srgbClr val="FFFFFF"/>
                </a:solidFill>
                <a:latin typeface="Malgun Gothic"/>
                <a:cs typeface="Malgun Gothic"/>
              </a:rPr>
              <a:t> </a:t>
            </a:r>
            <a:r>
              <a:rPr sz="1550" dirty="0">
                <a:solidFill>
                  <a:srgbClr val="FFFFFF"/>
                </a:solidFill>
                <a:latin typeface="Malgun Gothic"/>
                <a:cs typeface="Malgun Gothic"/>
              </a:rPr>
              <a:t>전략을</a:t>
            </a:r>
            <a:r>
              <a:rPr sz="1550" spc="100" dirty="0">
                <a:solidFill>
                  <a:srgbClr val="FFFFFF"/>
                </a:solidFill>
                <a:latin typeface="Malgun Gothic"/>
                <a:cs typeface="Malgun Gothic"/>
              </a:rPr>
              <a:t> </a:t>
            </a:r>
            <a:r>
              <a:rPr sz="1550" spc="-25" dirty="0">
                <a:solidFill>
                  <a:srgbClr val="FFFFFF"/>
                </a:solidFill>
                <a:latin typeface="Malgun Gothic"/>
                <a:cs typeface="Malgun Gothic"/>
              </a:rPr>
              <a:t>기획</a:t>
            </a:r>
            <a:endParaRPr sz="1550" dirty="0">
              <a:latin typeface="Malgun Gothic"/>
              <a:cs typeface="Malgun Gothic"/>
            </a:endParaRPr>
          </a:p>
          <a:p>
            <a:pPr marL="441325">
              <a:lnSpc>
                <a:spcPct val="100000"/>
              </a:lnSpc>
              <a:spcBef>
                <a:spcPts val="1975"/>
              </a:spcBef>
            </a:pPr>
            <a:r>
              <a:rPr sz="1550" dirty="0">
                <a:solidFill>
                  <a:srgbClr val="FFFFFF"/>
                </a:solidFill>
                <a:latin typeface="Malgun Gothic"/>
                <a:cs typeface="Malgun Gothic"/>
              </a:rPr>
              <a:t>-&gt;</a:t>
            </a:r>
            <a:r>
              <a:rPr sz="1550" spc="114" dirty="0">
                <a:solidFill>
                  <a:srgbClr val="FFFFFF"/>
                </a:solidFill>
                <a:latin typeface="Malgun Gothic"/>
                <a:cs typeface="Malgun Gothic"/>
              </a:rPr>
              <a:t> </a:t>
            </a:r>
            <a:r>
              <a:rPr sz="1550" dirty="0">
                <a:solidFill>
                  <a:srgbClr val="FFFFFF"/>
                </a:solidFill>
                <a:latin typeface="Malgun Gothic"/>
                <a:cs typeface="Malgun Gothic"/>
              </a:rPr>
              <a:t>실시간으로</a:t>
            </a:r>
            <a:r>
              <a:rPr sz="1550" spc="150" dirty="0">
                <a:solidFill>
                  <a:srgbClr val="FFFFFF"/>
                </a:solidFill>
                <a:latin typeface="Malgun Gothic"/>
                <a:cs typeface="Malgun Gothic"/>
              </a:rPr>
              <a:t> </a:t>
            </a:r>
            <a:r>
              <a:rPr sz="1550" dirty="0">
                <a:solidFill>
                  <a:srgbClr val="FFFFFF"/>
                </a:solidFill>
                <a:latin typeface="Malgun Gothic"/>
                <a:cs typeface="Malgun Gothic"/>
              </a:rPr>
              <a:t>피드백</a:t>
            </a:r>
            <a:r>
              <a:rPr sz="1550" spc="100" dirty="0">
                <a:solidFill>
                  <a:srgbClr val="FFFFFF"/>
                </a:solidFill>
                <a:latin typeface="Malgun Gothic"/>
                <a:cs typeface="Malgun Gothic"/>
              </a:rPr>
              <a:t> </a:t>
            </a:r>
            <a:r>
              <a:rPr sz="1550" dirty="0">
                <a:solidFill>
                  <a:srgbClr val="FFFFFF"/>
                </a:solidFill>
                <a:latin typeface="Malgun Gothic"/>
                <a:cs typeface="Malgun Gothic"/>
              </a:rPr>
              <a:t>수용</a:t>
            </a:r>
            <a:r>
              <a:rPr sz="1550" spc="150" dirty="0">
                <a:solidFill>
                  <a:srgbClr val="FFFFFF"/>
                </a:solidFill>
                <a:latin typeface="Malgun Gothic"/>
                <a:cs typeface="Malgun Gothic"/>
              </a:rPr>
              <a:t> </a:t>
            </a:r>
            <a:r>
              <a:rPr sz="1550" dirty="0">
                <a:solidFill>
                  <a:srgbClr val="FFFFFF"/>
                </a:solidFill>
                <a:latin typeface="Malgun Gothic"/>
                <a:cs typeface="Malgun Gothic"/>
              </a:rPr>
              <a:t>및</a:t>
            </a:r>
            <a:r>
              <a:rPr sz="1550" spc="130" dirty="0">
                <a:solidFill>
                  <a:srgbClr val="FFFFFF"/>
                </a:solidFill>
                <a:latin typeface="Malgun Gothic"/>
                <a:cs typeface="Malgun Gothic"/>
              </a:rPr>
              <a:t> </a:t>
            </a:r>
            <a:r>
              <a:rPr sz="1550" dirty="0">
                <a:solidFill>
                  <a:srgbClr val="FFFFFF"/>
                </a:solidFill>
                <a:latin typeface="Malgun Gothic"/>
                <a:cs typeface="Malgun Gothic"/>
              </a:rPr>
              <a:t>수정하며</a:t>
            </a:r>
            <a:r>
              <a:rPr sz="1550" spc="125" dirty="0">
                <a:solidFill>
                  <a:srgbClr val="FFFFFF"/>
                </a:solidFill>
                <a:latin typeface="Malgun Gothic"/>
                <a:cs typeface="Malgun Gothic"/>
              </a:rPr>
              <a:t> </a:t>
            </a:r>
            <a:r>
              <a:rPr sz="1550" b="1" u="sng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Malgun Gothic"/>
                <a:cs typeface="Malgun Gothic"/>
              </a:rPr>
              <a:t>메타인지</a:t>
            </a:r>
            <a:r>
              <a:rPr sz="1550" b="1" u="sng" spc="125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Malgun Gothic"/>
                <a:cs typeface="Malgun Gothic"/>
              </a:rPr>
              <a:t> </a:t>
            </a:r>
            <a:r>
              <a:rPr sz="1550" b="1" u="sng" spc="-25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Malgun Gothic"/>
                <a:cs typeface="Malgun Gothic"/>
              </a:rPr>
              <a:t>향상</a:t>
            </a:r>
            <a:endParaRPr sz="1550" dirty="0">
              <a:latin typeface="Malgun Gothic"/>
              <a:cs typeface="Malgun Gothic"/>
            </a:endParaRPr>
          </a:p>
          <a:p>
            <a:pPr marL="298450" indent="-285750">
              <a:lnSpc>
                <a:spcPct val="100000"/>
              </a:lnSpc>
              <a:spcBef>
                <a:spcPts val="1970"/>
              </a:spcBef>
              <a:buClr>
                <a:srgbClr val="C00000"/>
              </a:buClr>
              <a:buFont typeface="Wingdings"/>
              <a:buChar char=""/>
              <a:tabLst>
                <a:tab pos="298450" algn="l"/>
              </a:tabLst>
            </a:pPr>
            <a:r>
              <a:rPr sz="1550" b="1" u="sng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Malgun Gothic"/>
                <a:cs typeface="Malgun Gothic"/>
              </a:rPr>
              <a:t>생성형</a:t>
            </a:r>
            <a:r>
              <a:rPr sz="1550" b="1" u="sng" spc="70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Malgun Gothic"/>
                <a:cs typeface="Malgun Gothic"/>
              </a:rPr>
              <a:t> </a:t>
            </a:r>
            <a:r>
              <a:rPr sz="1550" b="1" u="sng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Malgun Gothic"/>
                <a:cs typeface="Malgun Gothic"/>
              </a:rPr>
              <a:t>AI</a:t>
            </a:r>
            <a:r>
              <a:rPr sz="1550" b="1" u="sng" spc="80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Malgun Gothic"/>
                <a:cs typeface="Malgun Gothic"/>
              </a:rPr>
              <a:t> </a:t>
            </a:r>
            <a:r>
              <a:rPr lang="ko-KR" altLang="en-US" sz="1550" b="1" u="sng" spc="80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Malgun Gothic"/>
                <a:cs typeface="Malgun Gothic"/>
              </a:rPr>
              <a:t>실무 </a:t>
            </a:r>
            <a:r>
              <a:rPr sz="1550" b="1" u="sng" dirty="0" err="1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Malgun Gothic"/>
                <a:cs typeface="Malgun Gothic"/>
              </a:rPr>
              <a:t>활용</a:t>
            </a:r>
            <a:r>
              <a:rPr sz="1550" b="1" u="sng" spc="120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Malgun Gothic"/>
                <a:cs typeface="Malgun Gothic"/>
              </a:rPr>
              <a:t> </a:t>
            </a:r>
            <a:r>
              <a:rPr lang="ko-KR" altLang="en-US" sz="1550" b="1" u="sng" spc="120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Malgun Gothic"/>
                <a:cs typeface="Malgun Gothic"/>
              </a:rPr>
              <a:t>역량 </a:t>
            </a:r>
            <a:r>
              <a:rPr sz="1550" b="1" u="sng" spc="-25" dirty="0" err="1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Malgun Gothic"/>
                <a:cs typeface="Malgun Gothic"/>
              </a:rPr>
              <a:t>향상</a:t>
            </a:r>
            <a:endParaRPr sz="1550" dirty="0">
              <a:latin typeface="Malgun Gothic"/>
              <a:cs typeface="Malgun Gothic"/>
            </a:endParaRPr>
          </a:p>
          <a:p>
            <a:pPr marL="298450" indent="-285750">
              <a:lnSpc>
                <a:spcPct val="100000"/>
              </a:lnSpc>
              <a:spcBef>
                <a:spcPts val="2050"/>
              </a:spcBef>
              <a:buClr>
                <a:srgbClr val="C00000"/>
              </a:buClr>
              <a:buFont typeface="Wingdings"/>
              <a:buChar char=""/>
              <a:tabLst>
                <a:tab pos="298450" algn="l"/>
              </a:tabLst>
            </a:pPr>
            <a:r>
              <a:rPr lang="en-US" sz="1550" b="1" u="sng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Malgun Gothic"/>
                <a:cs typeface="Malgun Gothic"/>
              </a:rPr>
              <a:t>AI </a:t>
            </a:r>
            <a:r>
              <a:rPr lang="ko-KR" altLang="en-US" sz="1550" b="1" u="sng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Malgun Gothic"/>
                <a:cs typeface="Malgun Gothic"/>
              </a:rPr>
              <a:t>협업 기반</a:t>
            </a:r>
            <a:r>
              <a:rPr lang="ko-KR" altLang="en-US" sz="1550" b="1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Malgun Gothic"/>
                <a:cs typeface="Malgun Gothic"/>
              </a:rPr>
              <a:t> </a:t>
            </a:r>
            <a:r>
              <a:rPr lang="ko-KR" altLang="en-US" sz="1550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Malgun Gothic"/>
                <a:cs typeface="Malgun Gothic"/>
              </a:rPr>
              <a:t>업무 시뮬레이션</a:t>
            </a:r>
            <a:endParaRPr sz="1550" dirty="0">
              <a:latin typeface="Malgun Gothic"/>
              <a:cs typeface="Malgun Gothic"/>
            </a:endParaRPr>
          </a:p>
          <a:p>
            <a:pPr marL="298450" indent="-285750">
              <a:lnSpc>
                <a:spcPct val="100000"/>
              </a:lnSpc>
              <a:spcBef>
                <a:spcPts val="1970"/>
              </a:spcBef>
              <a:buClr>
                <a:srgbClr val="C00000"/>
              </a:buClr>
              <a:buFont typeface="Wingdings"/>
              <a:buChar char=""/>
              <a:tabLst>
                <a:tab pos="298450" algn="l"/>
              </a:tabLst>
            </a:pPr>
            <a:r>
              <a:rPr sz="1550" b="1" u="sng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Malgun Gothic"/>
                <a:cs typeface="Malgun Gothic"/>
              </a:rPr>
              <a:t>팀</a:t>
            </a:r>
            <a:r>
              <a:rPr lang="ko-KR" altLang="en-US" sz="1550" b="1" u="sng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Malgun Gothic"/>
                <a:cs typeface="Malgun Gothic"/>
              </a:rPr>
              <a:t>워크 및 협업 능력 강화</a:t>
            </a:r>
            <a:endParaRPr sz="1550" dirty="0">
              <a:latin typeface="Malgun Gothic"/>
              <a:cs typeface="Malgun Gothic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590281" y="0"/>
            <a:ext cx="2553718" cy="2429901"/>
          </a:xfrm>
          <a:prstGeom prst="rect">
            <a:avLst/>
          </a:prstGeom>
        </p:spPr>
      </p:pic>
      <p:grpSp>
        <p:nvGrpSpPr>
          <p:cNvPr id="4" name="object 4"/>
          <p:cNvGrpSpPr/>
          <p:nvPr/>
        </p:nvGrpSpPr>
        <p:grpSpPr>
          <a:xfrm>
            <a:off x="0" y="0"/>
            <a:ext cx="4084320" cy="5143500"/>
            <a:chOff x="0" y="0"/>
            <a:chExt cx="4084320" cy="5143500"/>
          </a:xfrm>
        </p:grpSpPr>
        <p:pic>
          <p:nvPicPr>
            <p:cNvPr id="5" name="object 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0" y="0"/>
              <a:ext cx="3508112" cy="5143498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352675" y="2971863"/>
              <a:ext cx="1014412" cy="833437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2371725" y="3032596"/>
              <a:ext cx="962010" cy="747760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723900" y="1466786"/>
              <a:ext cx="538162" cy="1042987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739402" y="1494282"/>
              <a:ext cx="485868" cy="993774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723900" y="2562288"/>
              <a:ext cx="1119187" cy="1204912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743580" y="2593213"/>
              <a:ext cx="1061724" cy="1145938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2200275" y="1276286"/>
              <a:ext cx="1252537" cy="1062037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2216404" y="1307299"/>
              <a:ext cx="1206713" cy="1005243"/>
            </a:xfrm>
            <a:prstGeom prst="rect">
              <a:avLst/>
            </a:prstGeom>
          </p:spPr>
        </p:pic>
        <p:pic>
          <p:nvPicPr>
            <p:cNvPr id="14" name="object 14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1962150" y="1914461"/>
              <a:ext cx="671512" cy="328612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1982342" y="1939956"/>
              <a:ext cx="615442" cy="281908"/>
            </a:xfrm>
            <a:prstGeom prst="rect">
              <a:avLst/>
            </a:prstGeom>
          </p:spPr>
        </p:pic>
        <p:pic>
          <p:nvPicPr>
            <p:cNvPr id="16" name="object 16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1771650" y="2152586"/>
              <a:ext cx="614362" cy="595312"/>
            </a:xfrm>
            <a:prstGeom prst="rect">
              <a:avLst/>
            </a:prstGeom>
          </p:spPr>
        </p:pic>
        <p:pic>
          <p:nvPicPr>
            <p:cNvPr id="17" name="object 17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1828926" y="2219261"/>
              <a:ext cx="485521" cy="466661"/>
            </a:xfrm>
            <a:prstGeom prst="rect">
              <a:avLst/>
            </a:prstGeom>
          </p:spPr>
        </p:pic>
        <p:pic>
          <p:nvPicPr>
            <p:cNvPr id="18" name="object 18"/>
            <p:cNvPicPr/>
            <p:nvPr/>
          </p:nvPicPr>
          <p:blipFill>
            <a:blip r:embed="rId17" cstate="print"/>
            <a:stretch>
              <a:fillRect/>
            </a:stretch>
          </p:blipFill>
          <p:spPr>
            <a:xfrm>
              <a:off x="1895475" y="2286126"/>
              <a:ext cx="342900" cy="333248"/>
            </a:xfrm>
            <a:prstGeom prst="rect">
              <a:avLst/>
            </a:prstGeom>
          </p:spPr>
        </p:pic>
        <p:pic>
          <p:nvPicPr>
            <p:cNvPr id="19" name="object 19"/>
            <p:cNvPicPr/>
            <p:nvPr/>
          </p:nvPicPr>
          <p:blipFill>
            <a:blip r:embed="rId18" cstate="print"/>
            <a:stretch>
              <a:fillRect/>
            </a:stretch>
          </p:blipFill>
          <p:spPr>
            <a:xfrm>
              <a:off x="2257425" y="2495486"/>
              <a:ext cx="547687" cy="490537"/>
            </a:xfrm>
            <a:prstGeom prst="rect">
              <a:avLst/>
            </a:prstGeom>
          </p:spPr>
        </p:pic>
        <p:pic>
          <p:nvPicPr>
            <p:cNvPr id="20" name="object 20"/>
            <p:cNvPicPr/>
            <p:nvPr/>
          </p:nvPicPr>
          <p:blipFill>
            <a:blip r:embed="rId19" cstate="print"/>
            <a:stretch>
              <a:fillRect/>
            </a:stretch>
          </p:blipFill>
          <p:spPr>
            <a:xfrm>
              <a:off x="2314575" y="2562225"/>
              <a:ext cx="419100" cy="361823"/>
            </a:xfrm>
            <a:prstGeom prst="rect">
              <a:avLst/>
            </a:prstGeom>
          </p:spPr>
        </p:pic>
        <p:pic>
          <p:nvPicPr>
            <p:cNvPr id="21" name="object 21"/>
            <p:cNvPicPr/>
            <p:nvPr/>
          </p:nvPicPr>
          <p:blipFill>
            <a:blip r:embed="rId20" cstate="print"/>
            <a:stretch>
              <a:fillRect/>
            </a:stretch>
          </p:blipFill>
          <p:spPr>
            <a:xfrm>
              <a:off x="2190750" y="2657411"/>
              <a:ext cx="271462" cy="433387"/>
            </a:xfrm>
            <a:prstGeom prst="rect">
              <a:avLst/>
            </a:prstGeom>
          </p:spPr>
        </p:pic>
        <p:pic>
          <p:nvPicPr>
            <p:cNvPr id="22" name="object 22"/>
            <p:cNvPicPr/>
            <p:nvPr/>
          </p:nvPicPr>
          <p:blipFill>
            <a:blip r:embed="rId21" cstate="print"/>
            <a:stretch>
              <a:fillRect/>
            </a:stretch>
          </p:blipFill>
          <p:spPr>
            <a:xfrm>
              <a:off x="2247900" y="2724276"/>
              <a:ext cx="142875" cy="304546"/>
            </a:xfrm>
            <a:prstGeom prst="rect">
              <a:avLst/>
            </a:prstGeom>
          </p:spPr>
        </p:pic>
        <p:pic>
          <p:nvPicPr>
            <p:cNvPr id="23" name="object 23"/>
            <p:cNvPicPr/>
            <p:nvPr/>
          </p:nvPicPr>
          <p:blipFill>
            <a:blip r:embed="rId22" cstate="print"/>
            <a:stretch>
              <a:fillRect/>
            </a:stretch>
          </p:blipFill>
          <p:spPr>
            <a:xfrm>
              <a:off x="2381250" y="1800161"/>
              <a:ext cx="366712" cy="347662"/>
            </a:xfrm>
            <a:prstGeom prst="rect">
              <a:avLst/>
            </a:prstGeom>
          </p:spPr>
        </p:pic>
        <p:pic>
          <p:nvPicPr>
            <p:cNvPr id="24" name="object 24"/>
            <p:cNvPicPr/>
            <p:nvPr/>
          </p:nvPicPr>
          <p:blipFill>
            <a:blip r:embed="rId23" cstate="print"/>
            <a:stretch>
              <a:fillRect/>
            </a:stretch>
          </p:blipFill>
          <p:spPr>
            <a:xfrm>
              <a:off x="2438526" y="1866836"/>
              <a:ext cx="299910" cy="233362"/>
            </a:xfrm>
            <a:prstGeom prst="rect">
              <a:avLst/>
            </a:prstGeom>
          </p:spPr>
        </p:pic>
        <p:pic>
          <p:nvPicPr>
            <p:cNvPr id="25" name="object 25"/>
            <p:cNvPicPr/>
            <p:nvPr/>
          </p:nvPicPr>
          <p:blipFill>
            <a:blip r:embed="rId24" cstate="print"/>
            <a:stretch>
              <a:fillRect/>
            </a:stretch>
          </p:blipFill>
          <p:spPr>
            <a:xfrm>
              <a:off x="2514726" y="1933701"/>
              <a:ext cx="152273" cy="104648"/>
            </a:xfrm>
            <a:prstGeom prst="rect">
              <a:avLst/>
            </a:prstGeom>
          </p:spPr>
        </p:pic>
        <p:pic>
          <p:nvPicPr>
            <p:cNvPr id="26" name="object 26"/>
            <p:cNvPicPr/>
            <p:nvPr/>
          </p:nvPicPr>
          <p:blipFill>
            <a:blip r:embed="rId25" cstate="print"/>
            <a:stretch>
              <a:fillRect/>
            </a:stretch>
          </p:blipFill>
          <p:spPr>
            <a:xfrm>
              <a:off x="2209800" y="1904936"/>
              <a:ext cx="280987" cy="461962"/>
            </a:xfrm>
            <a:prstGeom prst="rect">
              <a:avLst/>
            </a:prstGeom>
          </p:spPr>
        </p:pic>
        <p:pic>
          <p:nvPicPr>
            <p:cNvPr id="27" name="object 27"/>
            <p:cNvPicPr/>
            <p:nvPr/>
          </p:nvPicPr>
          <p:blipFill>
            <a:blip r:embed="rId26" cstate="print"/>
            <a:stretch>
              <a:fillRect/>
            </a:stretch>
          </p:blipFill>
          <p:spPr>
            <a:xfrm>
              <a:off x="2266950" y="1971801"/>
              <a:ext cx="152400" cy="333248"/>
            </a:xfrm>
            <a:prstGeom prst="rect">
              <a:avLst/>
            </a:prstGeom>
          </p:spPr>
        </p:pic>
        <p:pic>
          <p:nvPicPr>
            <p:cNvPr id="28" name="object 28"/>
            <p:cNvPicPr/>
            <p:nvPr/>
          </p:nvPicPr>
          <p:blipFill>
            <a:blip r:embed="rId27" cstate="print"/>
            <a:stretch>
              <a:fillRect/>
            </a:stretch>
          </p:blipFill>
          <p:spPr>
            <a:xfrm>
              <a:off x="2381250" y="2514536"/>
              <a:ext cx="385762" cy="442912"/>
            </a:xfrm>
            <a:prstGeom prst="rect">
              <a:avLst/>
            </a:prstGeom>
          </p:spPr>
        </p:pic>
        <p:pic>
          <p:nvPicPr>
            <p:cNvPr id="29" name="object 29"/>
            <p:cNvPicPr/>
            <p:nvPr/>
          </p:nvPicPr>
          <p:blipFill>
            <a:blip r:embed="rId28" cstate="print"/>
            <a:stretch>
              <a:fillRect/>
            </a:stretch>
          </p:blipFill>
          <p:spPr>
            <a:xfrm>
              <a:off x="2438526" y="2581275"/>
              <a:ext cx="256921" cy="314325"/>
            </a:xfrm>
            <a:prstGeom prst="rect">
              <a:avLst/>
            </a:prstGeom>
          </p:spPr>
        </p:pic>
        <p:pic>
          <p:nvPicPr>
            <p:cNvPr id="30" name="object 30"/>
            <p:cNvPicPr/>
            <p:nvPr/>
          </p:nvPicPr>
          <p:blipFill>
            <a:blip r:embed="rId29" cstate="print"/>
            <a:stretch>
              <a:fillRect/>
            </a:stretch>
          </p:blipFill>
          <p:spPr>
            <a:xfrm>
              <a:off x="2266950" y="2666936"/>
              <a:ext cx="233362" cy="366712"/>
            </a:xfrm>
            <a:prstGeom prst="rect">
              <a:avLst/>
            </a:prstGeom>
          </p:spPr>
        </p:pic>
        <p:pic>
          <p:nvPicPr>
            <p:cNvPr id="31" name="object 31"/>
            <p:cNvPicPr/>
            <p:nvPr/>
          </p:nvPicPr>
          <p:blipFill>
            <a:blip r:embed="rId30" cstate="print"/>
            <a:stretch>
              <a:fillRect/>
            </a:stretch>
          </p:blipFill>
          <p:spPr>
            <a:xfrm>
              <a:off x="2324100" y="2733675"/>
              <a:ext cx="104648" cy="238125"/>
            </a:xfrm>
            <a:prstGeom prst="rect">
              <a:avLst/>
            </a:prstGeom>
          </p:spPr>
        </p:pic>
        <p:pic>
          <p:nvPicPr>
            <p:cNvPr id="32" name="object 32"/>
            <p:cNvPicPr/>
            <p:nvPr/>
          </p:nvPicPr>
          <p:blipFill>
            <a:blip r:embed="rId31" cstate="print"/>
            <a:stretch>
              <a:fillRect/>
            </a:stretch>
          </p:blipFill>
          <p:spPr>
            <a:xfrm>
              <a:off x="2476500" y="2085911"/>
              <a:ext cx="280987" cy="195262"/>
            </a:xfrm>
            <a:prstGeom prst="rect">
              <a:avLst/>
            </a:prstGeom>
          </p:spPr>
        </p:pic>
        <p:pic>
          <p:nvPicPr>
            <p:cNvPr id="33" name="object 33"/>
            <p:cNvPicPr/>
            <p:nvPr/>
          </p:nvPicPr>
          <p:blipFill>
            <a:blip r:embed="rId32" cstate="print"/>
            <a:stretch>
              <a:fillRect/>
            </a:stretch>
          </p:blipFill>
          <p:spPr>
            <a:xfrm>
              <a:off x="2533776" y="2152650"/>
              <a:ext cx="152146" cy="66548"/>
            </a:xfrm>
            <a:prstGeom prst="rect">
              <a:avLst/>
            </a:prstGeom>
          </p:spPr>
        </p:pic>
        <p:pic>
          <p:nvPicPr>
            <p:cNvPr id="34" name="object 34"/>
            <p:cNvPicPr/>
            <p:nvPr/>
          </p:nvPicPr>
          <p:blipFill>
            <a:blip r:embed="rId33" cstate="print"/>
            <a:stretch>
              <a:fillRect/>
            </a:stretch>
          </p:blipFill>
          <p:spPr>
            <a:xfrm>
              <a:off x="2105025" y="1419097"/>
              <a:ext cx="995362" cy="2071751"/>
            </a:xfrm>
            <a:prstGeom prst="rect">
              <a:avLst/>
            </a:prstGeom>
          </p:spPr>
        </p:pic>
        <p:pic>
          <p:nvPicPr>
            <p:cNvPr id="35" name="object 35"/>
            <p:cNvPicPr/>
            <p:nvPr/>
          </p:nvPicPr>
          <p:blipFill>
            <a:blip r:embed="rId34" cstate="print"/>
            <a:stretch>
              <a:fillRect/>
            </a:stretch>
          </p:blipFill>
          <p:spPr>
            <a:xfrm>
              <a:off x="1352550" y="2495486"/>
              <a:ext cx="547687" cy="490537"/>
            </a:xfrm>
            <a:prstGeom prst="rect">
              <a:avLst/>
            </a:prstGeom>
          </p:spPr>
        </p:pic>
        <p:pic>
          <p:nvPicPr>
            <p:cNvPr id="36" name="object 36"/>
            <p:cNvPicPr/>
            <p:nvPr/>
          </p:nvPicPr>
          <p:blipFill>
            <a:blip r:embed="rId35" cstate="print"/>
            <a:stretch>
              <a:fillRect/>
            </a:stretch>
          </p:blipFill>
          <p:spPr>
            <a:xfrm>
              <a:off x="1409700" y="2562225"/>
              <a:ext cx="419100" cy="361823"/>
            </a:xfrm>
            <a:prstGeom prst="rect">
              <a:avLst/>
            </a:prstGeom>
          </p:spPr>
        </p:pic>
        <p:pic>
          <p:nvPicPr>
            <p:cNvPr id="37" name="object 37"/>
            <p:cNvPicPr/>
            <p:nvPr/>
          </p:nvPicPr>
          <p:blipFill>
            <a:blip r:embed="rId36" cstate="print"/>
            <a:stretch>
              <a:fillRect/>
            </a:stretch>
          </p:blipFill>
          <p:spPr>
            <a:xfrm>
              <a:off x="1685925" y="2657411"/>
              <a:ext cx="280987" cy="433387"/>
            </a:xfrm>
            <a:prstGeom prst="rect">
              <a:avLst/>
            </a:prstGeom>
          </p:spPr>
        </p:pic>
        <p:pic>
          <p:nvPicPr>
            <p:cNvPr id="38" name="object 38"/>
            <p:cNvPicPr/>
            <p:nvPr/>
          </p:nvPicPr>
          <p:blipFill>
            <a:blip r:embed="rId37" cstate="print"/>
            <a:stretch>
              <a:fillRect/>
            </a:stretch>
          </p:blipFill>
          <p:spPr>
            <a:xfrm>
              <a:off x="1743075" y="2724276"/>
              <a:ext cx="152400" cy="304546"/>
            </a:xfrm>
            <a:prstGeom prst="rect">
              <a:avLst/>
            </a:prstGeom>
          </p:spPr>
        </p:pic>
        <p:pic>
          <p:nvPicPr>
            <p:cNvPr id="39" name="object 39"/>
            <p:cNvPicPr/>
            <p:nvPr/>
          </p:nvPicPr>
          <p:blipFill>
            <a:blip r:embed="rId38" cstate="print"/>
            <a:stretch>
              <a:fillRect/>
            </a:stretch>
          </p:blipFill>
          <p:spPr>
            <a:xfrm>
              <a:off x="2162301" y="1498472"/>
              <a:ext cx="1340555" cy="1930400"/>
            </a:xfrm>
            <a:prstGeom prst="rect">
              <a:avLst/>
            </a:prstGeom>
          </p:spPr>
        </p:pic>
        <p:pic>
          <p:nvPicPr>
            <p:cNvPr id="40" name="object 40"/>
            <p:cNvPicPr/>
            <p:nvPr/>
          </p:nvPicPr>
          <p:blipFill>
            <a:blip r:embed="rId39" cstate="print"/>
            <a:stretch>
              <a:fillRect/>
            </a:stretch>
          </p:blipFill>
          <p:spPr>
            <a:xfrm>
              <a:off x="1666875" y="1904936"/>
              <a:ext cx="271462" cy="461962"/>
            </a:xfrm>
            <a:prstGeom prst="rect">
              <a:avLst/>
            </a:prstGeom>
          </p:spPr>
        </p:pic>
        <p:pic>
          <p:nvPicPr>
            <p:cNvPr id="41" name="object 41"/>
            <p:cNvPicPr/>
            <p:nvPr/>
          </p:nvPicPr>
          <p:blipFill>
            <a:blip r:embed="rId40" cstate="print"/>
            <a:stretch>
              <a:fillRect/>
            </a:stretch>
          </p:blipFill>
          <p:spPr>
            <a:xfrm>
              <a:off x="1724025" y="1971801"/>
              <a:ext cx="142875" cy="333248"/>
            </a:xfrm>
            <a:prstGeom prst="rect">
              <a:avLst/>
            </a:prstGeom>
          </p:spPr>
        </p:pic>
        <p:pic>
          <p:nvPicPr>
            <p:cNvPr id="42" name="object 42"/>
            <p:cNvPicPr/>
            <p:nvPr/>
          </p:nvPicPr>
          <p:blipFill>
            <a:blip r:embed="rId41" cstate="print"/>
            <a:stretch>
              <a:fillRect/>
            </a:stretch>
          </p:blipFill>
          <p:spPr>
            <a:xfrm>
              <a:off x="1390650" y="2514536"/>
              <a:ext cx="385762" cy="442912"/>
            </a:xfrm>
            <a:prstGeom prst="rect">
              <a:avLst/>
            </a:prstGeom>
          </p:spPr>
        </p:pic>
        <p:pic>
          <p:nvPicPr>
            <p:cNvPr id="43" name="object 43"/>
            <p:cNvPicPr/>
            <p:nvPr/>
          </p:nvPicPr>
          <p:blipFill>
            <a:blip r:embed="rId42" cstate="print"/>
            <a:stretch>
              <a:fillRect/>
            </a:stretch>
          </p:blipFill>
          <p:spPr>
            <a:xfrm>
              <a:off x="1447927" y="2581275"/>
              <a:ext cx="256921" cy="314325"/>
            </a:xfrm>
            <a:prstGeom prst="rect">
              <a:avLst/>
            </a:prstGeom>
          </p:spPr>
        </p:pic>
        <p:pic>
          <p:nvPicPr>
            <p:cNvPr id="44" name="object 44"/>
            <p:cNvPicPr/>
            <p:nvPr/>
          </p:nvPicPr>
          <p:blipFill>
            <a:blip r:embed="rId43" cstate="print"/>
            <a:stretch>
              <a:fillRect/>
            </a:stretch>
          </p:blipFill>
          <p:spPr>
            <a:xfrm>
              <a:off x="1657350" y="2666936"/>
              <a:ext cx="223837" cy="366712"/>
            </a:xfrm>
            <a:prstGeom prst="rect">
              <a:avLst/>
            </a:prstGeom>
          </p:spPr>
        </p:pic>
        <p:pic>
          <p:nvPicPr>
            <p:cNvPr id="45" name="object 45"/>
            <p:cNvPicPr/>
            <p:nvPr/>
          </p:nvPicPr>
          <p:blipFill>
            <a:blip r:embed="rId44" cstate="print"/>
            <a:stretch>
              <a:fillRect/>
            </a:stretch>
          </p:blipFill>
          <p:spPr>
            <a:xfrm>
              <a:off x="1714500" y="2733675"/>
              <a:ext cx="95250" cy="238125"/>
            </a:xfrm>
            <a:prstGeom prst="rect">
              <a:avLst/>
            </a:prstGeom>
          </p:spPr>
        </p:pic>
        <p:pic>
          <p:nvPicPr>
            <p:cNvPr id="46" name="object 46"/>
            <p:cNvPicPr/>
            <p:nvPr/>
          </p:nvPicPr>
          <p:blipFill>
            <a:blip r:embed="rId45" cstate="print"/>
            <a:stretch>
              <a:fillRect/>
            </a:stretch>
          </p:blipFill>
          <p:spPr>
            <a:xfrm>
              <a:off x="1419225" y="1866836"/>
              <a:ext cx="280987" cy="233362"/>
            </a:xfrm>
            <a:prstGeom prst="rect">
              <a:avLst/>
            </a:prstGeom>
          </p:spPr>
        </p:pic>
        <p:pic>
          <p:nvPicPr>
            <p:cNvPr id="47" name="object 47"/>
            <p:cNvPicPr/>
            <p:nvPr/>
          </p:nvPicPr>
          <p:blipFill>
            <a:blip r:embed="rId46" cstate="print"/>
            <a:stretch>
              <a:fillRect/>
            </a:stretch>
          </p:blipFill>
          <p:spPr>
            <a:xfrm>
              <a:off x="1476375" y="1933701"/>
              <a:ext cx="152273" cy="104648"/>
            </a:xfrm>
            <a:prstGeom prst="rect">
              <a:avLst/>
            </a:prstGeom>
          </p:spPr>
        </p:pic>
        <p:pic>
          <p:nvPicPr>
            <p:cNvPr id="48" name="object 48"/>
            <p:cNvPicPr/>
            <p:nvPr/>
          </p:nvPicPr>
          <p:blipFill>
            <a:blip r:embed="rId47" cstate="print"/>
            <a:stretch>
              <a:fillRect/>
            </a:stretch>
          </p:blipFill>
          <p:spPr>
            <a:xfrm>
              <a:off x="1409700" y="1800161"/>
              <a:ext cx="366712" cy="347662"/>
            </a:xfrm>
            <a:prstGeom prst="rect">
              <a:avLst/>
            </a:prstGeom>
          </p:spPr>
        </p:pic>
        <p:pic>
          <p:nvPicPr>
            <p:cNvPr id="49" name="object 49"/>
            <p:cNvPicPr/>
            <p:nvPr/>
          </p:nvPicPr>
          <p:blipFill>
            <a:blip r:embed="rId48" cstate="print"/>
            <a:stretch>
              <a:fillRect/>
            </a:stretch>
          </p:blipFill>
          <p:spPr>
            <a:xfrm>
              <a:off x="1466850" y="1867026"/>
              <a:ext cx="237998" cy="218948"/>
            </a:xfrm>
            <a:prstGeom prst="rect">
              <a:avLst/>
            </a:prstGeom>
          </p:spPr>
        </p:pic>
        <p:pic>
          <p:nvPicPr>
            <p:cNvPr id="50" name="object 50"/>
            <p:cNvPicPr/>
            <p:nvPr/>
          </p:nvPicPr>
          <p:blipFill>
            <a:blip r:embed="rId49" cstate="print"/>
            <a:stretch>
              <a:fillRect/>
            </a:stretch>
          </p:blipFill>
          <p:spPr>
            <a:xfrm>
              <a:off x="1400175" y="2085911"/>
              <a:ext cx="280987" cy="195262"/>
            </a:xfrm>
            <a:prstGeom prst="rect">
              <a:avLst/>
            </a:prstGeom>
          </p:spPr>
        </p:pic>
        <p:pic>
          <p:nvPicPr>
            <p:cNvPr id="51" name="object 51"/>
            <p:cNvPicPr/>
            <p:nvPr/>
          </p:nvPicPr>
          <p:blipFill>
            <a:blip r:embed="rId50" cstate="print"/>
            <a:stretch>
              <a:fillRect/>
            </a:stretch>
          </p:blipFill>
          <p:spPr>
            <a:xfrm>
              <a:off x="1457325" y="2152650"/>
              <a:ext cx="152272" cy="66548"/>
            </a:xfrm>
            <a:prstGeom prst="rect">
              <a:avLst/>
            </a:prstGeom>
          </p:spPr>
        </p:pic>
        <p:pic>
          <p:nvPicPr>
            <p:cNvPr id="52" name="object 52"/>
            <p:cNvPicPr/>
            <p:nvPr/>
          </p:nvPicPr>
          <p:blipFill>
            <a:blip r:embed="rId51" cstate="print"/>
            <a:stretch>
              <a:fillRect/>
            </a:stretch>
          </p:blipFill>
          <p:spPr>
            <a:xfrm>
              <a:off x="1057275" y="1419097"/>
              <a:ext cx="995362" cy="2071751"/>
            </a:xfrm>
            <a:prstGeom prst="rect">
              <a:avLst/>
            </a:prstGeom>
          </p:spPr>
        </p:pic>
        <p:pic>
          <p:nvPicPr>
            <p:cNvPr id="53" name="object 53"/>
            <p:cNvPicPr/>
            <p:nvPr/>
          </p:nvPicPr>
          <p:blipFill>
            <a:blip r:embed="rId52" cstate="print"/>
            <a:stretch>
              <a:fillRect/>
            </a:stretch>
          </p:blipFill>
          <p:spPr>
            <a:xfrm>
              <a:off x="3507308" y="1736621"/>
              <a:ext cx="576573" cy="584681"/>
            </a:xfrm>
            <a:prstGeom prst="rect">
              <a:avLst/>
            </a:prstGeom>
          </p:spPr>
        </p:pic>
        <p:pic>
          <p:nvPicPr>
            <p:cNvPr id="54" name="object 54"/>
            <p:cNvPicPr/>
            <p:nvPr/>
          </p:nvPicPr>
          <p:blipFill>
            <a:blip r:embed="rId53" cstate="print"/>
            <a:stretch>
              <a:fillRect/>
            </a:stretch>
          </p:blipFill>
          <p:spPr>
            <a:xfrm>
              <a:off x="2443200" y="1081194"/>
              <a:ext cx="209405" cy="209413"/>
            </a:xfrm>
            <a:prstGeom prst="rect">
              <a:avLst/>
            </a:prstGeom>
          </p:spPr>
        </p:pic>
        <p:pic>
          <p:nvPicPr>
            <p:cNvPr id="55" name="object 55"/>
            <p:cNvPicPr/>
            <p:nvPr/>
          </p:nvPicPr>
          <p:blipFill>
            <a:blip r:embed="rId54" cstate="print"/>
            <a:stretch>
              <a:fillRect/>
            </a:stretch>
          </p:blipFill>
          <p:spPr>
            <a:xfrm>
              <a:off x="790608" y="914925"/>
              <a:ext cx="1190464" cy="2513947"/>
            </a:xfrm>
            <a:prstGeom prst="rect">
              <a:avLst/>
            </a:prstGeom>
          </p:spPr>
        </p:pic>
        <p:pic>
          <p:nvPicPr>
            <p:cNvPr id="56" name="object 56"/>
            <p:cNvPicPr/>
            <p:nvPr/>
          </p:nvPicPr>
          <p:blipFill>
            <a:blip r:embed="rId55" cstate="print"/>
            <a:stretch>
              <a:fillRect/>
            </a:stretch>
          </p:blipFill>
          <p:spPr>
            <a:xfrm>
              <a:off x="335505" y="3222521"/>
              <a:ext cx="576535" cy="584681"/>
            </a:xfrm>
            <a:prstGeom prst="rect">
              <a:avLst/>
            </a:prstGeom>
          </p:spPr>
        </p:pic>
        <p:pic>
          <p:nvPicPr>
            <p:cNvPr id="57" name="object 57"/>
            <p:cNvPicPr/>
            <p:nvPr/>
          </p:nvPicPr>
          <p:blipFill>
            <a:blip r:embed="rId56" cstate="print"/>
            <a:stretch>
              <a:fillRect/>
            </a:stretch>
          </p:blipFill>
          <p:spPr>
            <a:xfrm>
              <a:off x="2116090" y="3677786"/>
              <a:ext cx="292134" cy="283595"/>
            </a:xfrm>
            <a:prstGeom prst="rect">
              <a:avLst/>
            </a:prstGeom>
          </p:spPr>
        </p:pic>
        <p:pic>
          <p:nvPicPr>
            <p:cNvPr id="58" name="object 58"/>
            <p:cNvPicPr/>
            <p:nvPr/>
          </p:nvPicPr>
          <p:blipFill>
            <a:blip r:embed="rId57" cstate="print"/>
            <a:stretch>
              <a:fillRect/>
            </a:stretch>
          </p:blipFill>
          <p:spPr>
            <a:xfrm>
              <a:off x="309600" y="1920015"/>
              <a:ext cx="209411" cy="217697"/>
            </a:xfrm>
            <a:prstGeom prst="rect">
              <a:avLst/>
            </a:prstGeom>
          </p:spPr>
        </p:pic>
      </p:grpSp>
      <p:sp>
        <p:nvSpPr>
          <p:cNvPr id="60" name="object 60"/>
          <p:cNvSpPr txBox="1">
            <a:spLocks noGrp="1"/>
          </p:cNvSpPr>
          <p:nvPr>
            <p:ph type="title"/>
          </p:nvPr>
        </p:nvSpPr>
        <p:spPr>
          <a:xfrm>
            <a:off x="5025644" y="2450734"/>
            <a:ext cx="2155190" cy="33464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b="0" u="none" dirty="0">
                <a:latin typeface="Malgun Gothic"/>
                <a:cs typeface="Malgun Gothic"/>
              </a:rPr>
              <a:t>미래를</a:t>
            </a:r>
            <a:r>
              <a:rPr b="0" u="none" spc="-25" dirty="0">
                <a:latin typeface="Malgun Gothic"/>
                <a:cs typeface="Malgun Gothic"/>
              </a:rPr>
              <a:t> </a:t>
            </a:r>
            <a:r>
              <a:rPr b="0" u="none" spc="-10" dirty="0">
                <a:latin typeface="Malgun Gothic"/>
                <a:cs typeface="Malgun Gothic"/>
              </a:rPr>
              <a:t>디자인하는</a:t>
            </a:r>
          </a:p>
        </p:txBody>
      </p:sp>
      <p:sp>
        <p:nvSpPr>
          <p:cNvPr id="61" name="object 61"/>
          <p:cNvSpPr txBox="1"/>
          <p:nvPr/>
        </p:nvSpPr>
        <p:spPr>
          <a:xfrm>
            <a:off x="4991444" y="2780177"/>
            <a:ext cx="2757805" cy="33464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2000" b="1" dirty="0">
                <a:solidFill>
                  <a:srgbClr val="FFFFFF"/>
                </a:solidFill>
                <a:latin typeface="Malgun Gothic"/>
                <a:cs typeface="Malgun Gothic"/>
              </a:rPr>
              <a:t>메타인지</a:t>
            </a:r>
            <a:r>
              <a:rPr sz="2000" b="1" spc="-30" dirty="0">
                <a:solidFill>
                  <a:srgbClr val="FFFFFF"/>
                </a:solidFill>
                <a:latin typeface="Malgun Gothic"/>
                <a:cs typeface="Malgun Gothic"/>
              </a:rPr>
              <a:t> </a:t>
            </a:r>
            <a:r>
              <a:rPr sz="2000" b="1" dirty="0">
                <a:solidFill>
                  <a:srgbClr val="FFFFFF"/>
                </a:solidFill>
                <a:latin typeface="Malgun Gothic"/>
                <a:cs typeface="Malgun Gothic"/>
              </a:rPr>
              <a:t>AI</a:t>
            </a:r>
            <a:r>
              <a:rPr sz="2000" b="1" spc="-20" dirty="0">
                <a:solidFill>
                  <a:srgbClr val="FFFFFF"/>
                </a:solidFill>
                <a:latin typeface="Malgun Gothic"/>
                <a:cs typeface="Malgun Gothic"/>
              </a:rPr>
              <a:t> </a:t>
            </a:r>
            <a:r>
              <a:rPr lang="ko-KR" altLang="en-US" sz="2000" b="1" spc="-10" dirty="0" err="1">
                <a:solidFill>
                  <a:srgbClr val="FFFFFF"/>
                </a:solidFill>
                <a:latin typeface="Malgun Gothic"/>
                <a:cs typeface="Malgun Gothic"/>
              </a:rPr>
              <a:t>해커톤</a:t>
            </a:r>
            <a:endParaRPr sz="2000" dirty="0">
              <a:latin typeface="Malgun Gothic"/>
              <a:cs typeface="Malgun Gothic"/>
            </a:endParaRPr>
          </a:p>
        </p:txBody>
      </p:sp>
      <p:sp>
        <p:nvSpPr>
          <p:cNvPr id="62" name="object 62"/>
          <p:cNvSpPr txBox="1"/>
          <p:nvPr/>
        </p:nvSpPr>
        <p:spPr>
          <a:xfrm>
            <a:off x="5180710" y="2114550"/>
            <a:ext cx="1657350" cy="238125"/>
          </a:xfrm>
          <a:prstGeom prst="rect">
            <a:avLst/>
          </a:prstGeom>
          <a:solidFill>
            <a:srgbClr val="0000FF"/>
          </a:solidFill>
        </p:spPr>
        <p:txBody>
          <a:bodyPr vert="horz" wrap="square" lIns="0" tIns="24765" rIns="0" bIns="0" rtlCol="0">
            <a:spAutoFit/>
          </a:bodyPr>
          <a:lstStyle/>
          <a:p>
            <a:pPr marL="5080">
              <a:lnSpc>
                <a:spcPts val="1675"/>
              </a:lnSpc>
              <a:spcBef>
                <a:spcPts val="195"/>
              </a:spcBef>
            </a:pPr>
            <a:r>
              <a:rPr sz="1400" b="1" dirty="0">
                <a:solidFill>
                  <a:srgbClr val="FFFFFF"/>
                </a:solidFill>
                <a:latin typeface="Malgun Gothic"/>
                <a:cs typeface="Malgun Gothic"/>
              </a:rPr>
              <a:t>Collaborate</a:t>
            </a:r>
            <a:r>
              <a:rPr sz="1400" b="1" spc="-40" dirty="0">
                <a:solidFill>
                  <a:srgbClr val="FFFFFF"/>
                </a:solidFill>
                <a:latin typeface="Malgun Gothic"/>
                <a:cs typeface="Malgun Gothic"/>
              </a:rPr>
              <a:t> </a:t>
            </a:r>
            <a:r>
              <a:rPr sz="1400" b="1" dirty="0">
                <a:solidFill>
                  <a:srgbClr val="FFFFFF"/>
                </a:solidFill>
                <a:latin typeface="Malgun Gothic"/>
                <a:cs typeface="Malgun Gothic"/>
              </a:rPr>
              <a:t>with</a:t>
            </a:r>
            <a:r>
              <a:rPr sz="1400" b="1" spc="-40" dirty="0">
                <a:solidFill>
                  <a:srgbClr val="FFFFFF"/>
                </a:solidFill>
                <a:latin typeface="Malgun Gothic"/>
                <a:cs typeface="Malgun Gothic"/>
              </a:rPr>
              <a:t> </a:t>
            </a:r>
            <a:r>
              <a:rPr sz="1400" b="1" spc="-25" dirty="0">
                <a:solidFill>
                  <a:srgbClr val="FFFFFF"/>
                </a:solidFill>
                <a:latin typeface="Malgun Gothic"/>
                <a:cs typeface="Malgun Gothic"/>
              </a:rPr>
              <a:t>AI</a:t>
            </a:r>
            <a:endParaRPr sz="1400" dirty="0">
              <a:latin typeface="Malgun Gothic"/>
              <a:cs typeface="Malgun Gothic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160</TotalTime>
  <Words>787</Words>
  <Application>Microsoft Office PowerPoint</Application>
  <PresentationFormat>화면 슬라이드 쇼(16:9)</PresentationFormat>
  <Paragraphs>165</Paragraphs>
  <Slides>24</Slides>
  <Notes>6</Notes>
  <HiddenSlides>0</HiddenSlides>
  <MMClips>0</MMClips>
  <ScaleCrop>false</ScaleCrop>
  <HeadingPairs>
    <vt:vector size="6" baseType="variant">
      <vt:variant>
        <vt:lpstr>사용한 글꼴</vt:lpstr>
      </vt:variant>
      <vt:variant>
        <vt:i4>6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24</vt:i4>
      </vt:variant>
    </vt:vector>
  </HeadingPairs>
  <TitlesOfParts>
    <vt:vector size="31" baseType="lpstr">
      <vt:lpstr>Arial MT</vt:lpstr>
      <vt:lpstr>맑은 고딕</vt:lpstr>
      <vt:lpstr>맑은 고딕</vt:lpstr>
      <vt:lpstr>Arial</vt:lpstr>
      <vt:lpstr>Microsoft Sans Serif</vt:lpstr>
      <vt:lpstr>Wingdings</vt:lpstr>
      <vt:lpstr>Office Theme</vt:lpstr>
      <vt:lpstr>PowerPoint 프레젠테이션</vt:lpstr>
      <vt:lpstr>Contents</vt:lpstr>
      <vt:lpstr>생성형 AI 기술 발전에 따른 교육 패러다임 변화</vt:lpstr>
      <vt:lpstr>교육 페러다임의 변화가 가져올 미래업무의 변화</vt:lpstr>
      <vt:lpstr>미래 핵심역량</vt:lpstr>
      <vt:lpstr>메타인지(Meta-Cognition)란?</vt:lpstr>
      <vt:lpstr>메타인지의 중요성</vt:lpstr>
      <vt:lpstr>메타인지 향상을 위한 P3BL 학습법과 ELP</vt:lpstr>
      <vt:lpstr>메타인지 AI 해커톤 목적</vt:lpstr>
      <vt:lpstr>메타인지 AI 해커톤 구조</vt:lpstr>
      <vt:lpstr>메타인지 AI 해커톤 운영방안</vt:lpstr>
      <vt:lpstr>메타인지 AI 해커톤 과제</vt:lpstr>
      <vt:lpstr>메타인지 AI 해커톤 평가방안</vt:lpstr>
      <vt:lpstr>메타인지 AI 해커톤 플랫폼</vt:lpstr>
      <vt:lpstr>메타인지 AI 해커톤 플랫폼</vt:lpstr>
      <vt:lpstr>메타인지 AI 해커톤 자동 채점 알고리즘</vt:lpstr>
      <vt:lpstr>메타인지 AI 해커톤 자동 채점 알고리즘</vt:lpstr>
      <vt:lpstr>메타인지 AI 해커톤 자동 채점 결과 예시</vt:lpstr>
      <vt:lpstr>메타인지 AI 해커톤 자동 채점 결과 예시</vt:lpstr>
      <vt:lpstr>메타인지 AI 해커톤 현장 사례</vt:lpstr>
      <vt:lpstr>메타인지 AI 해커톤 결과물</vt:lpstr>
      <vt:lpstr>메타인지 AI 해커톤 최종결과</vt:lpstr>
      <vt:lpstr>메타인지 AI 해커톤의 의의</vt:lpstr>
      <vt:lpstr>미래를 디자인하는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User</dc:creator>
  <cp:lastModifiedBy>이승규</cp:lastModifiedBy>
  <cp:revision>34</cp:revision>
  <dcterms:created xsi:type="dcterms:W3CDTF">2025-09-23T04:35:10Z</dcterms:created>
  <dcterms:modified xsi:type="dcterms:W3CDTF">2025-12-17T06:58:21Z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2025-02-18T00:00:00Z</vt:filetime>
  </property>
  <property fmtid="{D5CDD505-2E9C-101B-9397-08002B2CF9AE}" pid="3" name="LastSaved">
    <vt:filetime>2025-09-23T00:00:00Z</vt:filetime>
  </property>
</Properties>
</file>