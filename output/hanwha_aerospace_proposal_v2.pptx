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10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한화에어로스페이스 신입사원 입문과정</a:t>
            </a:r>
          </a:p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AI 역량 강화 과정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30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AI 리터러시 · 프롬프트 엔지니어링 · 팀 실습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0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2025년 5월  |  제안사: (주)알파코  |  교육 대상: 신입사원 240명  |  총 9시간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I.   제안 배경 — AX 전환과 신입 AI 역량 Gap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II.  알파코 소개 및 수행 실적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III. 역량 강화 설계 철학 — SAM 애자일 교수설계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IV.  맞춤형 9H 커리큘럼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V.   알파코 3대 독보적 강점 (USP)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VI.  KPI 평가 및 사후관리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한화에어로스페이스 AX 전환 선언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신입 실무 AI 역량 조기 확보가 관건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368000"/>
            <a:ext cx="558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현재의 한계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AI 역량 강화 과정 최초 실시 — 운영 체계 없는 시작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전사 AX 선언 대비 신입 직접 활용 역량 사전 확보 미비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- 240명 혼합 직군 편차 관리 없이는 현장 이탈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368000"/>
            <a:ext cx="558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역량 전환 성과 (To-Be)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- 240명 전원, ChatGPT OSS 현업 복귀 즉시 자력 운용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팀 AI 협업 과제 완수 → 신입 간 AX 문화 자발 확산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방산·항공 맥락 프롬프트 체득 → 직무 첫 주 즉시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대기업·방산 AI 역량 강화 검증 실적 기반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최적 파트너십 제안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188000"/>
          <a:ext cx="1130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000"/>
                <a:gridCol w="2826000"/>
                <a:gridCol w="2826000"/>
                <a:gridCol w="2826000"/>
              </a:tblGrid>
              <a:tr h="37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고객사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만족도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생성형 AI 신입사원 입문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대기업 그룹사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200명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AI 리터러시·프롬프트 기초 과정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방산·제조업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150명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4.8/5.0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AI 업무혁신 입문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공공기관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180명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4.7/5.0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생성형 AI 실무 전환 과정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제조업 그룹사 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120명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반복 실행이 곧 역량이다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SAM 애자일 교수설계 3단계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1 — 즉시 실행 프로토타입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Day 1 시작 즉시 첫 프롬프트 입력 → 결과물 직접 체감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완벽함보다 빠른 실행 → 도구 친숙도 조기 내재화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가장 짧은 시간 내 AI 결과물 시제품 직접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2 — 강사 즉각 피드백 사이클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강사·팀원 실시간 피드백 → 프롬프트 수정 → 재실행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실패 결과(환각)도 학습 자원으로 즉시 전환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반복 1회마다 결과물 품질 가시적 향상 체감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3 — 팀 최종 산출물 완주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반복 개선 누적 → 현업 수준 3분 발표 결과물 달성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루브릭 채점으로 팀별 성취도 객관 가시화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수료 후 동일 사이클 자력 반복 구조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9시간 안에 완성하는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AI 실무 전환 3단계 여정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01. AI 리터러시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LLM 작동 원리 + 생성형 AI 개요 직접 체득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AI 환각 현상·기술 한계 직시 → 안전한 AI 활용 기반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방산·항공우주 업무 변화 맥락 직접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02. 프롬프트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Role·Context·Format 3구조 원리 직접 체득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ChatGPT OSS로 개인 실습 즉시 수행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프롬프트 반복 개선 사이클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03. 팀 실습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직무 시나리오(기획·생산·영업) 선택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AI 결과물 생성 + 3분 발표 완주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루브릭 기반 팀 성취 평가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Day 1 커리큘럼 — AI 리터러시부터 팀 과제 시작까지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AI 개념 정립과 프롬프트 기초 체득으로 팀 과제 자력 착수 역량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224000"/>
          <a:ext cx="1166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600"/>
                <a:gridCol w="2099520"/>
                <a:gridCol w="2916000"/>
                <a:gridCol w="2566080"/>
                <a:gridCol w="2332800"/>
              </a:tblGrid>
              <a:tr h="37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차시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세부 주제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내용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실습 도구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최종 산출물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1차시 (1.5H)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리터러시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LLM·생성형 AI 원리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환각 현상 직시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책임감 있는 AI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강의 슬라이드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기술 한계 체크리스트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2차시 (1.5H)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시대 일하는 방식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AX 전환 맥락 체감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방산 AI 활용 사례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업무 자동화 시연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강의+토론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내 업무 AI 적용 아이디어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3차시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엔지니어링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R·C·F 구조 원리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개인 프롬프트 작성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반복 개선 직접 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 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연습 5종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4차시 (1H)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과제 킥오프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루브릭 사전 공개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구성·역할 배분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첫 프롬프트 직접 설계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ChatGPT·GEMMA4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프롬프트 초안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Day 2 커리큘럼 — 팀 과제 완성과 발표·평가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프롬프트 반복 개선으로 팀 결과물 완성, 루브릭 기반 발표·평가 전원 완주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224000"/>
          <a:ext cx="1166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600"/>
                <a:gridCol w="2099520"/>
                <a:gridCol w="2916000"/>
                <a:gridCol w="2566080"/>
                <a:gridCol w="2332800"/>
              </a:tblGrid>
              <a:tr h="62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차시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세부 주제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내용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실습 도구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최종 산출물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62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5차시 (1.5H)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심화 실습 + 과제 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반복 수정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결과물 완성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3분 발표 자료 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ChatGPT·GEMMA4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AI 결과물 (택1)</a:t>
                      </a:r>
                    </a:p>
                  </a:txBody>
                  <a:tcPr/>
                </a:tc>
              </a:tr>
              <a:tr h="62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6차시 (1.5H)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발표 + 루브릭 평가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팀별 3분 발표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루브릭 채점 완료</a:t>
                      </a:r>
                    </a:p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강사 전체 피드백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평가 결과표·수료 확인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타사와 차별화되는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알파코 3대 독보적 강점 (USP)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01. 방산 맞춤형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기획·생산·영업 3종 직무 시나리오 맞춤 구성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신입 직무 맥락 프롬프트 실습 → 현업 즉시 재현 가능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범용 과정과 차별화된 한화에어로스페이스 밀착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02. 대규모 운영 안정성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150명 오프라인 분반 퍼실리테이터 배치 계획 포함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이탈·지체 없이 전원 과제 완성 보장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대규모 집합 과정 전담 운영 노하우 실적 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03. 루브릭 선공개 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Day 1 시작 전 평가 기준표 전원 배포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평가 불확실성 제거 → 신입사원 몰입도 최대화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미완성 팀 현장 즉시 보충 지원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커크패트릭 4단계 평가로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성과 ROI 가시화 및 현업 이전 보장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1 — 반응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과정 종료 직후 5점 척도 만족도 조사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목표: 4.5/5.0 이상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모듈별 세부 + 강사 진행 방식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2 — 산출물 성취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팀 실습 결과물 루브릭 채점 (100점)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프롬프트 논리성·완성도·현업 적용·팀 협업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전 팀 완주 보장 체계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999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3 — 행동 변화 추적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999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4주 후 현업 AI 활용 빈도 자기보고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ChatGPT OSS·GEMMA4 활용 사례 제출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현장 적용 전이 여부 정량 추적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8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4 — 성과 및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8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6개월 후 업무 시간 절감률 추적 리포트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AI 활용 정착률 부서별 측정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선택 제공 항목 (별도 협의)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324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</a:rPr>
              <a:t>※ Level 3~4는 본 제안 범위 외 별도 협의 사항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79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한화에어로스페이스 신입사원의</a:t>
            </a:r>
          </a:p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AX 전환 여정, 알파코가 함께합니다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26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제안사: (주)알파코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담당자: 전략영업팀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E-mail: proposal@alpaco.ai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Tel: 02-2163-5750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